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16"/>
  </p:notesMasterIdLst>
  <p:sldIdLst>
    <p:sldId id="1585" r:id="rId2"/>
    <p:sldId id="1790" r:id="rId3"/>
    <p:sldId id="1802" r:id="rId4"/>
    <p:sldId id="1814" r:id="rId5"/>
    <p:sldId id="1815" r:id="rId6"/>
    <p:sldId id="1794" r:id="rId7"/>
    <p:sldId id="1804" r:id="rId8"/>
    <p:sldId id="1801" r:id="rId9"/>
    <p:sldId id="1796" r:id="rId10"/>
    <p:sldId id="1800" r:id="rId11"/>
    <p:sldId id="1799" r:id="rId12"/>
    <p:sldId id="1798" r:id="rId13"/>
    <p:sldId id="1818" r:id="rId14"/>
    <p:sldId id="1552" r:id="rId15"/>
  </p:sldIdLst>
  <p:sldSz cx="9144000" cy="6858000" type="screen4x3"/>
  <p:notesSz cx="7102475" cy="102330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432FF"/>
    <a:srgbClr val="8EFA00"/>
    <a:srgbClr val="CC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A5DD82-6A29-4590-AF71-F30C706C05AE}" v="1016" dt="2025-11-01T09:05:28.21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079" autoAdjust="0"/>
    <p:restoredTop sz="81440" autoAdjust="0"/>
  </p:normalViewPr>
  <p:slideViewPr>
    <p:cSldViewPr snapToGrid="0">
      <p:cViewPr varScale="1">
        <p:scale>
          <a:sx n="90" d="100"/>
          <a:sy n="90" d="100"/>
        </p:scale>
        <p:origin x="270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正行 高山" userId="2ec383c861d5d790" providerId="LiveId" clId="{FC6C8019-091D-4D73-AB18-8708F57A129F}"/>
    <pc:docChg chg="undo custSel addSld delSld modSld sldOrd delMainMaster modNotesMaster">
      <pc:chgData name="正行 高山" userId="2ec383c861d5d790" providerId="LiveId" clId="{FC6C8019-091D-4D73-AB18-8708F57A129F}" dt="2025-11-01T09:16:51.885" v="36961" actId="47"/>
      <pc:docMkLst>
        <pc:docMk/>
      </pc:docMkLst>
      <pc:sldChg chg="del">
        <pc:chgData name="正行 高山" userId="2ec383c861d5d790" providerId="LiveId" clId="{FC6C8019-091D-4D73-AB18-8708F57A129F}" dt="2025-11-01T09:16:51.885" v="36961" actId="47"/>
        <pc:sldMkLst>
          <pc:docMk/>
          <pc:sldMk cId="2150994540" sldId="1539"/>
        </pc:sldMkLst>
      </pc:sldChg>
      <pc:sldChg chg="modSp mod modNotesTx">
        <pc:chgData name="正行 高山" userId="2ec383c861d5d790" providerId="LiveId" clId="{FC6C8019-091D-4D73-AB18-8708F57A129F}" dt="2025-10-26T06:17:42.381" v="33568" actId="1076"/>
        <pc:sldMkLst>
          <pc:docMk/>
          <pc:sldMk cId="985664604" sldId="1552"/>
        </pc:sldMkLst>
        <pc:spChg chg="mod">
          <ac:chgData name="正行 高山" userId="2ec383c861d5d790" providerId="LiveId" clId="{FC6C8019-091D-4D73-AB18-8708F57A129F}" dt="2025-10-26T06:17:37.299" v="33567" actId="1036"/>
          <ac:spMkLst>
            <pc:docMk/>
            <pc:sldMk cId="985664604" sldId="1552"/>
            <ac:spMk id="4" creationId="{D85D36F1-1C88-41A4-A3DE-69021FA46B38}"/>
          </ac:spMkLst>
        </pc:spChg>
        <pc:spChg chg="mod">
          <ac:chgData name="正行 高山" userId="2ec383c861d5d790" providerId="LiveId" clId="{FC6C8019-091D-4D73-AB18-8708F57A129F}" dt="2025-10-26T06:17:37.299" v="33567" actId="1036"/>
          <ac:spMkLst>
            <pc:docMk/>
            <pc:sldMk cId="985664604" sldId="1552"/>
            <ac:spMk id="7" creationId="{759E9315-C993-F9D3-84E0-A64FE2958066}"/>
          </ac:spMkLst>
        </pc:spChg>
        <pc:spChg chg="mod">
          <ac:chgData name="正行 高山" userId="2ec383c861d5d790" providerId="LiveId" clId="{FC6C8019-091D-4D73-AB18-8708F57A129F}" dt="2025-10-26T06:17:42.381" v="33568" actId="1076"/>
          <ac:spMkLst>
            <pc:docMk/>
            <pc:sldMk cId="985664604" sldId="1552"/>
            <ac:spMk id="10" creationId="{CCE66431-A597-DA34-F95E-0FE27C414CCD}"/>
          </ac:spMkLst>
        </pc:spChg>
        <pc:spChg chg="mod">
          <ac:chgData name="正行 高山" userId="2ec383c861d5d790" providerId="LiveId" clId="{FC6C8019-091D-4D73-AB18-8708F57A129F}" dt="2025-10-26T06:17:32.598" v="33554" actId="14100"/>
          <ac:spMkLst>
            <pc:docMk/>
            <pc:sldMk cId="985664604" sldId="1552"/>
            <ac:spMk id="15" creationId="{6DA78730-B1C6-F81B-A9DF-F628D829E56F}"/>
          </ac:spMkLst>
        </pc:spChg>
      </pc:sldChg>
      <pc:sldChg chg="modSp mod">
        <pc:chgData name="正行 高山" userId="2ec383c861d5d790" providerId="LiveId" clId="{FC6C8019-091D-4D73-AB18-8708F57A129F}" dt="2025-10-26T07:53:16.244" v="36504" actId="20577"/>
        <pc:sldMkLst>
          <pc:docMk/>
          <pc:sldMk cId="1283466979" sldId="1585"/>
        </pc:sldMkLst>
        <pc:spChg chg="mod">
          <ac:chgData name="正行 高山" userId="2ec383c861d5d790" providerId="LiveId" clId="{FC6C8019-091D-4D73-AB18-8708F57A129F}" dt="2025-10-19T12:49:02.635" v="20544" actId="20577"/>
          <ac:spMkLst>
            <pc:docMk/>
            <pc:sldMk cId="1283466979" sldId="1585"/>
            <ac:spMk id="2" creationId="{4F69F94C-DDBA-4DF0-A9ED-EA1C7FFCF140}"/>
          </ac:spMkLst>
        </pc:spChg>
        <pc:spChg chg="mod">
          <ac:chgData name="正行 高山" userId="2ec383c861d5d790" providerId="LiveId" clId="{FC6C8019-091D-4D73-AB18-8708F57A129F}" dt="2025-10-26T07:53:16.244" v="36504" actId="20577"/>
          <ac:spMkLst>
            <pc:docMk/>
            <pc:sldMk cId="1283466979" sldId="1585"/>
            <ac:spMk id="3" creationId="{A5D9623F-04C2-C037-65E1-371D671CFEA9}"/>
          </ac:spMkLst>
        </pc:spChg>
        <pc:spChg chg="mod">
          <ac:chgData name="正行 高山" userId="2ec383c861d5d790" providerId="LiveId" clId="{FC6C8019-091D-4D73-AB18-8708F57A129F}" dt="2025-10-19T12:42:38.213" v="20465" actId="20577"/>
          <ac:spMkLst>
            <pc:docMk/>
            <pc:sldMk cId="1283466979" sldId="1585"/>
            <ac:spMk id="7" creationId="{0ABC8862-03B0-455E-B9EF-6E17035AD0B9}"/>
          </ac:spMkLst>
        </pc:spChg>
        <pc:spChg chg="mod">
          <ac:chgData name="正行 高山" userId="2ec383c861d5d790" providerId="LiveId" clId="{FC6C8019-091D-4D73-AB18-8708F57A129F}" dt="2025-10-19T12:40:12.612" v="20418" actId="1076"/>
          <ac:spMkLst>
            <pc:docMk/>
            <pc:sldMk cId="1283466979" sldId="1585"/>
            <ac:spMk id="8" creationId="{ABC0BEED-6A8D-1B3E-3C19-9ED639137409}"/>
          </ac:spMkLst>
        </pc:spChg>
        <pc:grpChg chg="mod">
          <ac:chgData name="正行 高山" userId="2ec383c861d5d790" providerId="LiveId" clId="{FC6C8019-091D-4D73-AB18-8708F57A129F}" dt="2025-10-19T12:40:08.652" v="20417" actId="1036"/>
          <ac:grpSpMkLst>
            <pc:docMk/>
            <pc:sldMk cId="1283466979" sldId="1585"/>
            <ac:grpSpMk id="6" creationId="{35D2C723-EB7D-4687-C239-506398C31152}"/>
          </ac:grpSpMkLst>
        </pc:grpChg>
        <pc:picChg chg="mod">
          <ac:chgData name="正行 高山" userId="2ec383c861d5d790" providerId="LiveId" clId="{FC6C8019-091D-4D73-AB18-8708F57A129F}" dt="2025-10-19T12:40:08.652" v="20417" actId="1036"/>
          <ac:picMkLst>
            <pc:docMk/>
            <pc:sldMk cId="1283466979" sldId="1585"/>
            <ac:picMk id="5" creationId="{8721F989-4E6A-02AB-7790-D4C090EE03E3}"/>
          </ac:picMkLst>
        </pc:picChg>
        <pc:picChg chg="mod">
          <ac:chgData name="正行 高山" userId="2ec383c861d5d790" providerId="LiveId" clId="{FC6C8019-091D-4D73-AB18-8708F57A129F}" dt="2025-10-19T12:40:08.652" v="20417" actId="1036"/>
          <ac:picMkLst>
            <pc:docMk/>
            <pc:sldMk cId="1283466979" sldId="1585"/>
            <ac:picMk id="1026" creationId="{C3A003EA-061F-09C9-9CFA-A53B8FAE8CC1}"/>
          </ac:picMkLst>
        </pc:picChg>
      </pc:sldChg>
      <pc:sldChg chg="addSp modSp mod ord modNotesTx">
        <pc:chgData name="正行 高山" userId="2ec383c861d5d790" providerId="LiveId" clId="{FC6C8019-091D-4D73-AB18-8708F57A129F}" dt="2025-11-01T09:07:01.626" v="36807" actId="207"/>
        <pc:sldMkLst>
          <pc:docMk/>
          <pc:sldMk cId="473996968" sldId="1790"/>
        </pc:sldMkLst>
        <pc:spChg chg="mod">
          <ac:chgData name="正行 高山" userId="2ec383c861d5d790" providerId="LiveId" clId="{FC6C8019-091D-4D73-AB18-8708F57A129F}" dt="2025-10-19T12:49:58.869" v="20595" actId="20577"/>
          <ac:spMkLst>
            <pc:docMk/>
            <pc:sldMk cId="473996968" sldId="1790"/>
            <ac:spMk id="2" creationId="{7CEEE99B-CDED-81A8-1D40-D1F7F1A73991}"/>
          </ac:spMkLst>
        </pc:spChg>
        <pc:spChg chg="add mod">
          <ac:chgData name="正行 高山" userId="2ec383c861d5d790" providerId="LiveId" clId="{FC6C8019-091D-4D73-AB18-8708F57A129F}" dt="2025-11-01T09:07:01.626" v="36807" actId="207"/>
          <ac:spMkLst>
            <pc:docMk/>
            <pc:sldMk cId="473996968" sldId="1790"/>
            <ac:spMk id="4" creationId="{A21E5C70-9EFA-4C75-4939-5FC06BA6AB7E}"/>
          </ac:spMkLst>
        </pc:spChg>
        <pc:spChg chg="mod">
          <ac:chgData name="正行 高山" userId="2ec383c861d5d790" providerId="LiveId" clId="{FC6C8019-091D-4D73-AB18-8708F57A129F}" dt="2025-10-19T12:50:21.574" v="20675" actId="20577"/>
          <ac:spMkLst>
            <pc:docMk/>
            <pc:sldMk cId="473996968" sldId="1790"/>
            <ac:spMk id="67" creationId="{A702F523-D1EF-D914-3669-559D007D80EE}"/>
          </ac:spMkLst>
        </pc:spChg>
        <pc:spChg chg="mod">
          <ac:chgData name="正行 高山" userId="2ec383c861d5d790" providerId="LiveId" clId="{FC6C8019-091D-4D73-AB18-8708F57A129F}" dt="2025-10-18T10:44:01.239" v="16627" actId="1076"/>
          <ac:spMkLst>
            <pc:docMk/>
            <pc:sldMk cId="473996968" sldId="1790"/>
            <ac:spMk id="68" creationId="{F2C7854E-D782-257A-89F1-9B2A62F3EE04}"/>
          </ac:spMkLst>
        </pc:spChg>
        <pc:picChg chg="mod">
          <ac:chgData name="正行 高山" userId="2ec383c861d5d790" providerId="LiveId" clId="{FC6C8019-091D-4D73-AB18-8708F57A129F}" dt="2025-10-18T10:43:41.341" v="16618" actId="1076"/>
          <ac:picMkLst>
            <pc:docMk/>
            <pc:sldMk cId="473996968" sldId="1790"/>
            <ac:picMk id="66" creationId="{32837B0E-4207-BE82-5812-B6683256032A}"/>
          </ac:picMkLst>
        </pc:picChg>
      </pc:sldChg>
      <pc:sldChg chg="addSp delSp modSp del mod modNotesTx">
        <pc:chgData name="正行 高山" userId="2ec383c861d5d790" providerId="LiveId" clId="{FC6C8019-091D-4D73-AB18-8708F57A129F}" dt="2025-11-01T09:16:46.046" v="36960" actId="47"/>
        <pc:sldMkLst>
          <pc:docMk/>
          <pc:sldMk cId="1049940628" sldId="1792"/>
        </pc:sldMkLst>
        <pc:spChg chg="add del mod">
          <ac:chgData name="正行 高山" userId="2ec383c861d5d790" providerId="LiveId" clId="{FC6C8019-091D-4D73-AB18-8708F57A129F}" dt="2025-11-01T09:16:28.808" v="36959" actId="478"/>
          <ac:spMkLst>
            <pc:docMk/>
            <pc:sldMk cId="1049940628" sldId="1792"/>
            <ac:spMk id="2" creationId="{8A10AE0C-38B7-9139-CCE2-2A9CB781F633}"/>
          </ac:spMkLst>
        </pc:spChg>
        <pc:spChg chg="mod">
          <ac:chgData name="正行 高山" userId="2ec383c861d5d790" providerId="LiveId" clId="{FC6C8019-091D-4D73-AB18-8708F57A129F}" dt="2025-10-12T04:23:25.639" v="3508" actId="1076"/>
          <ac:spMkLst>
            <pc:docMk/>
            <pc:sldMk cId="1049940628" sldId="1792"/>
            <ac:spMk id="5" creationId="{8FD07810-FBE7-F005-9D29-03D3C2AE70E3}"/>
          </ac:spMkLst>
        </pc:spChg>
        <pc:spChg chg="del mod">
          <ac:chgData name="正行 高山" userId="2ec383c861d5d790" providerId="LiveId" clId="{FC6C8019-091D-4D73-AB18-8708F57A129F}" dt="2025-11-01T09:16:28.808" v="36959" actId="478"/>
          <ac:spMkLst>
            <pc:docMk/>
            <pc:sldMk cId="1049940628" sldId="1792"/>
            <ac:spMk id="7" creationId="{456BDB83-691D-3A4C-18BE-242EF8BBEB53}"/>
          </ac:spMkLst>
        </pc:spChg>
      </pc:sldChg>
      <pc:sldChg chg="addSp delSp modSp del mod">
        <pc:chgData name="正行 高山" userId="2ec383c861d5d790" providerId="LiveId" clId="{FC6C8019-091D-4D73-AB18-8708F57A129F}" dt="2025-11-01T09:16:11.290" v="36958" actId="47"/>
        <pc:sldMkLst>
          <pc:docMk/>
          <pc:sldMk cId="923565792" sldId="1793"/>
        </pc:sldMkLst>
      </pc:sldChg>
      <pc:sldChg chg="addSp delSp modSp new mod">
        <pc:chgData name="正行 高山" userId="2ec383c861d5d790" providerId="LiveId" clId="{FC6C8019-091D-4D73-AB18-8708F57A129F}" dt="2025-10-26T07:37:21.746" v="34228" actId="14100"/>
        <pc:sldMkLst>
          <pc:docMk/>
          <pc:sldMk cId="3649532254" sldId="1794"/>
        </pc:sldMkLst>
        <pc:spChg chg="mod">
          <ac:chgData name="正行 高山" userId="2ec383c861d5d790" providerId="LiveId" clId="{FC6C8019-091D-4D73-AB18-8708F57A129F}" dt="2025-10-26T03:59:38.644" v="29957" actId="1037"/>
          <ac:spMkLst>
            <pc:docMk/>
            <pc:sldMk cId="3649532254" sldId="1794"/>
            <ac:spMk id="2" creationId="{D1E4B8A8-2ACF-35F1-92A9-9F0C392FFCCB}"/>
          </ac:spMkLst>
        </pc:spChg>
        <pc:spChg chg="add mod">
          <ac:chgData name="正行 高山" userId="2ec383c861d5d790" providerId="LiveId" clId="{FC6C8019-091D-4D73-AB18-8708F57A129F}" dt="2025-10-20T10:09:50.671" v="24866" actId="1076"/>
          <ac:spMkLst>
            <pc:docMk/>
            <pc:sldMk cId="3649532254" sldId="1794"/>
            <ac:spMk id="7" creationId="{F39FC886-F0F4-D357-48AF-93D39E18C97F}"/>
          </ac:spMkLst>
        </pc:spChg>
        <pc:spChg chg="add mod">
          <ac:chgData name="正行 高山" userId="2ec383c861d5d790" providerId="LiveId" clId="{FC6C8019-091D-4D73-AB18-8708F57A129F}" dt="2025-10-26T07:37:21.746" v="34228" actId="14100"/>
          <ac:spMkLst>
            <pc:docMk/>
            <pc:sldMk cId="3649532254" sldId="1794"/>
            <ac:spMk id="8" creationId="{A3C6ABB2-44AB-07CD-1356-71D3B4FAE6A9}"/>
          </ac:spMkLst>
        </pc:spChg>
        <pc:spChg chg="add mod">
          <ac:chgData name="正行 高山" userId="2ec383c861d5d790" providerId="LiveId" clId="{FC6C8019-091D-4D73-AB18-8708F57A129F}" dt="2025-10-20T10:09:50.671" v="24866" actId="1076"/>
          <ac:spMkLst>
            <pc:docMk/>
            <pc:sldMk cId="3649532254" sldId="1794"/>
            <ac:spMk id="17" creationId="{2FC62D60-6102-3262-A83A-9D8D2DBC9D79}"/>
          </ac:spMkLst>
        </pc:spChg>
        <pc:spChg chg="add mod">
          <ac:chgData name="正行 高山" userId="2ec383c861d5d790" providerId="LiveId" clId="{FC6C8019-091D-4D73-AB18-8708F57A129F}" dt="2025-10-20T10:09:50.671" v="24866" actId="1076"/>
          <ac:spMkLst>
            <pc:docMk/>
            <pc:sldMk cId="3649532254" sldId="1794"/>
            <ac:spMk id="18" creationId="{19228F18-4F2E-8EA5-AEF5-096CEE478C54}"/>
          </ac:spMkLst>
        </pc:spChg>
        <pc:spChg chg="add mod">
          <ac:chgData name="正行 高山" userId="2ec383c861d5d790" providerId="LiveId" clId="{FC6C8019-091D-4D73-AB18-8708F57A129F}" dt="2025-10-20T10:09:50.671" v="24866" actId="1076"/>
          <ac:spMkLst>
            <pc:docMk/>
            <pc:sldMk cId="3649532254" sldId="1794"/>
            <ac:spMk id="19" creationId="{8CC097DA-A1C2-904D-0A32-18EEDD507E73}"/>
          </ac:spMkLst>
        </pc:spChg>
        <pc:spChg chg="add mod">
          <ac:chgData name="正行 高山" userId="2ec383c861d5d790" providerId="LiveId" clId="{FC6C8019-091D-4D73-AB18-8708F57A129F}" dt="2025-10-20T10:09:50.671" v="24866" actId="1076"/>
          <ac:spMkLst>
            <pc:docMk/>
            <pc:sldMk cId="3649532254" sldId="1794"/>
            <ac:spMk id="20" creationId="{4DD76EC5-23F5-7CEC-37A6-6424CCD66943}"/>
          </ac:spMkLst>
        </pc:spChg>
        <pc:picChg chg="add mod">
          <ac:chgData name="正行 高山" userId="2ec383c861d5d790" providerId="LiveId" clId="{FC6C8019-091D-4D73-AB18-8708F57A129F}" dt="2025-10-20T10:09:50.671" v="24866" actId="1076"/>
          <ac:picMkLst>
            <pc:docMk/>
            <pc:sldMk cId="3649532254" sldId="1794"/>
            <ac:picMk id="4" creationId="{B2A961F0-F604-E1BC-BD6F-FE0FEC05D3EE}"/>
          </ac:picMkLst>
        </pc:picChg>
        <pc:cxnChg chg="mod">
          <ac:chgData name="正行 高山" userId="2ec383c861d5d790" providerId="LiveId" clId="{FC6C8019-091D-4D73-AB18-8708F57A129F}" dt="2025-10-20T10:09:50.671" v="24866" actId="1076"/>
          <ac:cxnSpMkLst>
            <pc:docMk/>
            <pc:sldMk cId="3649532254" sldId="1794"/>
            <ac:cxnSpMk id="5" creationId="{84F12B1F-B986-5CDE-08F3-B68078D024D7}"/>
          </ac:cxnSpMkLst>
        </pc:cxnChg>
        <pc:cxnChg chg="mod">
          <ac:chgData name="正行 高山" userId="2ec383c861d5d790" providerId="LiveId" clId="{FC6C8019-091D-4D73-AB18-8708F57A129F}" dt="2025-10-20T10:09:42.712" v="24864" actId="1076"/>
          <ac:cxnSpMkLst>
            <pc:docMk/>
            <pc:sldMk cId="3649532254" sldId="1794"/>
            <ac:cxnSpMk id="10" creationId="{F8157C7E-78A0-2C8C-C438-E616AA4FF678}"/>
          </ac:cxnSpMkLst>
        </pc:cxnChg>
        <pc:cxnChg chg="mod">
          <ac:chgData name="正行 高山" userId="2ec383c861d5d790" providerId="LiveId" clId="{FC6C8019-091D-4D73-AB18-8708F57A129F}" dt="2025-10-20T10:09:50.671" v="24866" actId="1076"/>
          <ac:cxnSpMkLst>
            <pc:docMk/>
            <pc:sldMk cId="3649532254" sldId="1794"/>
            <ac:cxnSpMk id="13" creationId="{43BA6931-648E-3BA1-EF29-812EC9EAD766}"/>
          </ac:cxnSpMkLst>
        </pc:cxnChg>
        <pc:cxnChg chg="add mod">
          <ac:chgData name="正行 高山" userId="2ec383c861d5d790" providerId="LiveId" clId="{FC6C8019-091D-4D73-AB18-8708F57A129F}" dt="2025-10-20T10:09:50.671" v="24866" actId="1076"/>
          <ac:cxnSpMkLst>
            <pc:docMk/>
            <pc:sldMk cId="3649532254" sldId="1794"/>
            <ac:cxnSpMk id="14" creationId="{D58F525E-D4CC-0B25-66A3-74D57C0D2E85}"/>
          </ac:cxnSpMkLst>
        </pc:cxnChg>
        <pc:cxnChg chg="add mod">
          <ac:chgData name="正行 高山" userId="2ec383c861d5d790" providerId="LiveId" clId="{FC6C8019-091D-4D73-AB18-8708F57A129F}" dt="2025-10-19T15:15:24.187" v="22326" actId="1076"/>
          <ac:cxnSpMkLst>
            <pc:docMk/>
            <pc:sldMk cId="3649532254" sldId="1794"/>
            <ac:cxnSpMk id="15" creationId="{3FF8781C-FAC8-0D18-AD2A-60BFFB7935A9}"/>
          </ac:cxnSpMkLst>
        </pc:cxnChg>
        <pc:cxnChg chg="mod">
          <ac:chgData name="正行 高山" userId="2ec383c861d5d790" providerId="LiveId" clId="{FC6C8019-091D-4D73-AB18-8708F57A129F}" dt="2025-10-20T10:09:43.816" v="24865" actId="1076"/>
          <ac:cxnSpMkLst>
            <pc:docMk/>
            <pc:sldMk cId="3649532254" sldId="1794"/>
            <ac:cxnSpMk id="16" creationId="{857323BD-E2C3-C361-5069-51C5FE1A7C59}"/>
          </ac:cxnSpMkLst>
        </pc:cxnChg>
      </pc:sldChg>
      <pc:sldChg chg="addSp delSp modSp new del mod ord">
        <pc:chgData name="正行 高山" userId="2ec383c861d5d790" providerId="LiveId" clId="{FC6C8019-091D-4D73-AB18-8708F57A129F}" dt="2025-11-01T09:16:51.885" v="36961" actId="47"/>
        <pc:sldMkLst>
          <pc:docMk/>
          <pc:sldMk cId="621023881" sldId="1795"/>
        </pc:sldMkLst>
        <pc:spChg chg="mod">
          <ac:chgData name="正行 高山" userId="2ec383c861d5d790" providerId="LiveId" clId="{FC6C8019-091D-4D73-AB18-8708F57A129F}" dt="2025-10-26T07:36:36.218" v="34216" actId="14100"/>
          <ac:spMkLst>
            <pc:docMk/>
            <pc:sldMk cId="621023881" sldId="1795"/>
            <ac:spMk id="2" creationId="{11907655-24CF-68F8-06EA-FC643431E3B6}"/>
          </ac:spMkLst>
        </pc:spChg>
        <pc:spChg chg="add mod">
          <ac:chgData name="正行 高山" userId="2ec383c861d5d790" providerId="LiveId" clId="{FC6C8019-091D-4D73-AB18-8708F57A129F}" dt="2025-10-26T07:38:04.909" v="34238" actId="164"/>
          <ac:spMkLst>
            <pc:docMk/>
            <pc:sldMk cId="621023881" sldId="1795"/>
            <ac:spMk id="35" creationId="{F4BE89D6-C9F2-F306-C2A6-ECBCD265810F}"/>
          </ac:spMkLst>
        </pc:spChg>
        <pc:spChg chg="add mod">
          <ac:chgData name="正行 高山" userId="2ec383c861d5d790" providerId="LiveId" clId="{FC6C8019-091D-4D73-AB18-8708F57A129F}" dt="2025-10-26T07:45:30.152" v="35174" actId="1076"/>
          <ac:spMkLst>
            <pc:docMk/>
            <pc:sldMk cId="621023881" sldId="1795"/>
            <ac:spMk id="40" creationId="{C86D1A83-8335-18C1-C59D-1BB30A76238D}"/>
          </ac:spMkLst>
        </pc:spChg>
        <pc:spChg chg="add mod">
          <ac:chgData name="正行 高山" userId="2ec383c861d5d790" providerId="LiveId" clId="{FC6C8019-091D-4D73-AB18-8708F57A129F}" dt="2025-10-26T07:50:30.725" v="36218" actId="1076"/>
          <ac:spMkLst>
            <pc:docMk/>
            <pc:sldMk cId="621023881" sldId="1795"/>
            <ac:spMk id="42" creationId="{CDF4076E-0F28-02E8-C548-AAFB2067EF05}"/>
          </ac:spMkLst>
        </pc:spChg>
        <pc:grpChg chg="add mod">
          <ac:chgData name="正行 高山" userId="2ec383c861d5d790" providerId="LiveId" clId="{FC6C8019-091D-4D73-AB18-8708F57A129F}" dt="2025-10-26T07:38:08.855" v="34240" actId="1076"/>
          <ac:grpSpMkLst>
            <pc:docMk/>
            <pc:sldMk cId="621023881" sldId="1795"/>
            <ac:grpSpMk id="39" creationId="{C4A47D1F-564A-8120-2556-3DB497A06421}"/>
          </ac:grpSpMkLst>
        </pc:grpChg>
        <pc:picChg chg="add mod">
          <ac:chgData name="正行 高山" userId="2ec383c861d5d790" providerId="LiveId" clId="{FC6C8019-091D-4D73-AB18-8708F57A129F}" dt="2025-10-26T07:40:19.639" v="34636" actId="1076"/>
          <ac:picMkLst>
            <pc:docMk/>
            <pc:sldMk cId="621023881" sldId="1795"/>
            <ac:picMk id="34" creationId="{292C9C87-A5DC-B630-6F19-AAA9F61F5E40}"/>
          </ac:picMkLst>
        </pc:picChg>
        <pc:picChg chg="add mod ord">
          <ac:chgData name="正行 高山" userId="2ec383c861d5d790" providerId="LiveId" clId="{FC6C8019-091D-4D73-AB18-8708F57A129F}" dt="2025-10-26T07:38:04.909" v="34238" actId="164"/>
          <ac:picMkLst>
            <pc:docMk/>
            <pc:sldMk cId="621023881" sldId="1795"/>
            <ac:picMk id="38" creationId="{0A34E03C-EFD1-3267-2701-12469F407168}"/>
          </ac:picMkLst>
        </pc:picChg>
        <pc:cxnChg chg="add mod">
          <ac:chgData name="正行 高山" userId="2ec383c861d5d790" providerId="LiveId" clId="{FC6C8019-091D-4D73-AB18-8708F57A129F}" dt="2025-10-26T07:39:10.808" v="34422" actId="1582"/>
          <ac:cxnSpMkLst>
            <pc:docMk/>
            <pc:sldMk cId="621023881" sldId="1795"/>
            <ac:cxnSpMk id="37" creationId="{B74EEDDE-9548-48F1-E67A-4E7D8481031F}"/>
          </ac:cxnSpMkLst>
        </pc:cxnChg>
      </pc:sldChg>
      <pc:sldChg chg="addSp delSp modSp new mod">
        <pc:chgData name="正行 高山" userId="2ec383c861d5d790" providerId="LiveId" clId="{FC6C8019-091D-4D73-AB18-8708F57A129F}" dt="2025-10-26T06:06:57.824" v="32222" actId="20577"/>
        <pc:sldMkLst>
          <pc:docMk/>
          <pc:sldMk cId="562705193" sldId="1796"/>
        </pc:sldMkLst>
        <pc:spChg chg="mod">
          <ac:chgData name="正行 高山" userId="2ec383c861d5d790" providerId="LiveId" clId="{FC6C8019-091D-4D73-AB18-8708F57A129F}" dt="2025-10-26T03:37:12.303" v="28895" actId="20577"/>
          <ac:spMkLst>
            <pc:docMk/>
            <pc:sldMk cId="562705193" sldId="1796"/>
            <ac:spMk id="2" creationId="{D2C4367F-C401-CFE2-ED8B-77413C1895A2}"/>
          </ac:spMkLst>
        </pc:spChg>
        <pc:spChg chg="add mod">
          <ac:chgData name="正行 高山" userId="2ec383c861d5d790" providerId="LiveId" clId="{FC6C8019-091D-4D73-AB18-8708F57A129F}" dt="2025-10-25T07:47:29.066" v="27103" actId="20577"/>
          <ac:spMkLst>
            <pc:docMk/>
            <pc:sldMk cId="562705193" sldId="1796"/>
            <ac:spMk id="4" creationId="{03F99926-BA5F-D3CF-6A9E-50BD4A6C01F0}"/>
          </ac:spMkLst>
        </pc:spChg>
        <pc:spChg chg="add mod">
          <ac:chgData name="正行 高山" userId="2ec383c861d5d790" providerId="LiveId" clId="{FC6C8019-091D-4D73-AB18-8708F57A129F}" dt="2025-10-25T07:48:08.605" v="27198" actId="14100"/>
          <ac:spMkLst>
            <pc:docMk/>
            <pc:sldMk cId="562705193" sldId="1796"/>
            <ac:spMk id="6" creationId="{39C17D2D-4ED6-5A8B-B1C9-0E440AFF1B58}"/>
          </ac:spMkLst>
        </pc:spChg>
        <pc:spChg chg="add mod">
          <ac:chgData name="正行 高山" userId="2ec383c861d5d790" providerId="LiveId" clId="{FC6C8019-091D-4D73-AB18-8708F57A129F}" dt="2025-10-26T06:06:57.824" v="32222" actId="20577"/>
          <ac:spMkLst>
            <pc:docMk/>
            <pc:sldMk cId="562705193" sldId="1796"/>
            <ac:spMk id="7" creationId="{E21F8184-DBB1-CB77-10F5-7270A4F39417}"/>
          </ac:spMkLst>
        </pc:spChg>
        <pc:spChg chg="add mod">
          <ac:chgData name="正行 高山" userId="2ec383c861d5d790" providerId="LiveId" clId="{FC6C8019-091D-4D73-AB18-8708F57A129F}" dt="2025-10-26T03:53:42.577" v="29489" actId="1076"/>
          <ac:spMkLst>
            <pc:docMk/>
            <pc:sldMk cId="562705193" sldId="1796"/>
            <ac:spMk id="13" creationId="{2A579023-4161-7983-9607-62DDE9858601}"/>
          </ac:spMkLst>
        </pc:spChg>
        <pc:graphicFrameChg chg="add mod modGraphic">
          <ac:chgData name="正行 高山" userId="2ec383c861d5d790" providerId="LiveId" clId="{FC6C8019-091D-4D73-AB18-8708F57A129F}" dt="2025-10-25T07:47:35.710" v="27104" actId="1076"/>
          <ac:graphicFrameMkLst>
            <pc:docMk/>
            <pc:sldMk cId="562705193" sldId="1796"/>
            <ac:graphicFrameMk id="5" creationId="{ABCEA9D2-8BFA-85A1-04BF-47E9904385AF}"/>
          </ac:graphicFrameMkLst>
        </pc:graphicFrameChg>
        <pc:picChg chg="add mod">
          <ac:chgData name="正行 高山" userId="2ec383c861d5d790" providerId="LiveId" clId="{FC6C8019-091D-4D73-AB18-8708F57A129F}" dt="2025-10-25T08:10:56.031" v="27834" actId="1076"/>
          <ac:picMkLst>
            <pc:docMk/>
            <pc:sldMk cId="562705193" sldId="1796"/>
            <ac:picMk id="10" creationId="{590EA314-9595-71D2-9A45-48555112A0C9}"/>
          </ac:picMkLst>
        </pc:picChg>
      </pc:sldChg>
      <pc:sldChg chg="addSp delSp modSp new del mod ord">
        <pc:chgData name="正行 高山" userId="2ec383c861d5d790" providerId="LiveId" clId="{FC6C8019-091D-4D73-AB18-8708F57A129F}" dt="2025-11-01T09:16:51.885" v="36961" actId="47"/>
        <pc:sldMkLst>
          <pc:docMk/>
          <pc:sldMk cId="3156109167" sldId="1797"/>
        </pc:sldMkLst>
        <pc:spChg chg="mod">
          <ac:chgData name="正行 高山" userId="2ec383c861d5d790" providerId="LiveId" clId="{FC6C8019-091D-4D73-AB18-8708F57A129F}" dt="2025-10-26T07:19:25.009" v="34007" actId="20577"/>
          <ac:spMkLst>
            <pc:docMk/>
            <pc:sldMk cId="3156109167" sldId="1797"/>
            <ac:spMk id="2" creationId="{CC3E811B-E06F-D12B-0B80-C2853E1CDEED}"/>
          </ac:spMkLst>
        </pc:spChg>
        <pc:spChg chg="add mod">
          <ac:chgData name="正行 高山" userId="2ec383c861d5d790" providerId="LiveId" clId="{FC6C8019-091D-4D73-AB18-8708F57A129F}" dt="2025-10-19T14:08:28.962" v="21584" actId="1035"/>
          <ac:spMkLst>
            <pc:docMk/>
            <pc:sldMk cId="3156109167" sldId="1797"/>
            <ac:spMk id="4" creationId="{26D908E9-2FC5-4FD5-5A4C-D01C03478D53}"/>
          </ac:spMkLst>
        </pc:spChg>
        <pc:spChg chg="add mod">
          <ac:chgData name="正行 高山" userId="2ec383c861d5d790" providerId="LiveId" clId="{FC6C8019-091D-4D73-AB18-8708F57A129F}" dt="2025-10-19T14:08:35.651" v="21590" actId="1035"/>
          <ac:spMkLst>
            <pc:docMk/>
            <pc:sldMk cId="3156109167" sldId="1797"/>
            <ac:spMk id="5" creationId="{B9BBE69A-B934-2DA8-5C1A-4D4D77CE791D}"/>
          </ac:spMkLst>
        </pc:spChg>
        <pc:spChg chg="add mod">
          <ac:chgData name="正行 高山" userId="2ec383c861d5d790" providerId="LiveId" clId="{FC6C8019-091D-4D73-AB18-8708F57A129F}" dt="2025-10-19T14:08:44.635" v="21612" actId="1035"/>
          <ac:spMkLst>
            <pc:docMk/>
            <pc:sldMk cId="3156109167" sldId="1797"/>
            <ac:spMk id="6" creationId="{DEE9AA22-C072-540B-69FC-5B8B7E06509B}"/>
          </ac:spMkLst>
        </pc:spChg>
        <pc:spChg chg="add mod">
          <ac:chgData name="正行 高山" userId="2ec383c861d5d790" providerId="LiveId" clId="{FC6C8019-091D-4D73-AB18-8708F57A129F}" dt="2025-10-19T14:08:21.989" v="21559" actId="1036"/>
          <ac:spMkLst>
            <pc:docMk/>
            <pc:sldMk cId="3156109167" sldId="1797"/>
            <ac:spMk id="23" creationId="{54B8759D-C1AF-E218-DB0E-595CEDD316B0}"/>
          </ac:spMkLst>
        </pc:spChg>
        <pc:spChg chg="add mod">
          <ac:chgData name="正行 高山" userId="2ec383c861d5d790" providerId="LiveId" clId="{FC6C8019-091D-4D73-AB18-8708F57A129F}" dt="2025-10-19T14:08:21.989" v="21559" actId="1036"/>
          <ac:spMkLst>
            <pc:docMk/>
            <pc:sldMk cId="3156109167" sldId="1797"/>
            <ac:spMk id="24" creationId="{833DBE19-4ED9-5887-E72F-14FBE6651BCC}"/>
          </ac:spMkLst>
        </pc:spChg>
        <pc:spChg chg="add mod">
          <ac:chgData name="正行 高山" userId="2ec383c861d5d790" providerId="LiveId" clId="{FC6C8019-091D-4D73-AB18-8708F57A129F}" dt="2025-10-19T14:08:21.989" v="21559" actId="1036"/>
          <ac:spMkLst>
            <pc:docMk/>
            <pc:sldMk cId="3156109167" sldId="1797"/>
            <ac:spMk id="25" creationId="{231CA434-FD6D-28FF-2C1A-EE95BA353580}"/>
          </ac:spMkLst>
        </pc:spChg>
        <pc:spChg chg="add mod">
          <ac:chgData name="正行 高山" userId="2ec383c861d5d790" providerId="LiveId" clId="{FC6C8019-091D-4D73-AB18-8708F57A129F}" dt="2025-10-19T14:08:21.989" v="21559" actId="1036"/>
          <ac:spMkLst>
            <pc:docMk/>
            <pc:sldMk cId="3156109167" sldId="1797"/>
            <ac:spMk id="26" creationId="{2D9F082F-B06F-622C-0951-5A715011F8E2}"/>
          </ac:spMkLst>
        </pc:spChg>
        <pc:spChg chg="add mod">
          <ac:chgData name="正行 高山" userId="2ec383c861d5d790" providerId="LiveId" clId="{FC6C8019-091D-4D73-AB18-8708F57A129F}" dt="2025-10-19T14:08:21.989" v="21559" actId="1036"/>
          <ac:spMkLst>
            <pc:docMk/>
            <pc:sldMk cId="3156109167" sldId="1797"/>
            <ac:spMk id="27" creationId="{FE8B4B86-7A07-C023-B736-4FEDF3F52031}"/>
          </ac:spMkLst>
        </pc:spChg>
        <pc:spChg chg="add mod">
          <ac:chgData name="正行 高山" userId="2ec383c861d5d790" providerId="LiveId" clId="{FC6C8019-091D-4D73-AB18-8708F57A129F}" dt="2025-10-19T14:08:21.989" v="21559" actId="1036"/>
          <ac:spMkLst>
            <pc:docMk/>
            <pc:sldMk cId="3156109167" sldId="1797"/>
            <ac:spMk id="28" creationId="{58727840-7532-8824-7D91-C1367E6F2F43}"/>
          </ac:spMkLst>
        </pc:spChg>
        <pc:picChg chg="add mod">
          <ac:chgData name="正行 高山" userId="2ec383c861d5d790" providerId="LiveId" clId="{FC6C8019-091D-4D73-AB18-8708F57A129F}" dt="2025-10-19T14:08:21.989" v="21559" actId="1036"/>
          <ac:picMkLst>
            <pc:docMk/>
            <pc:sldMk cId="3156109167" sldId="1797"/>
            <ac:picMk id="21" creationId="{E55E19B4-3DB3-1663-95DE-D06E6B77B91F}"/>
          </ac:picMkLst>
        </pc:picChg>
        <pc:picChg chg="add mod">
          <ac:chgData name="正行 高山" userId="2ec383c861d5d790" providerId="LiveId" clId="{FC6C8019-091D-4D73-AB18-8708F57A129F}" dt="2025-10-19T14:08:21.989" v="21559" actId="1036"/>
          <ac:picMkLst>
            <pc:docMk/>
            <pc:sldMk cId="3156109167" sldId="1797"/>
            <ac:picMk id="22" creationId="{6F5E4298-E777-ABC1-7752-77D36E68C76A}"/>
          </ac:picMkLst>
        </pc:picChg>
      </pc:sldChg>
      <pc:sldChg chg="addSp delSp modSp new mod">
        <pc:chgData name="正行 高山" userId="2ec383c861d5d790" providerId="LiveId" clId="{FC6C8019-091D-4D73-AB18-8708F57A129F}" dt="2025-10-26T05:43:36.139" v="31801" actId="1035"/>
        <pc:sldMkLst>
          <pc:docMk/>
          <pc:sldMk cId="3486576881" sldId="1798"/>
        </pc:sldMkLst>
        <pc:spChg chg="mod">
          <ac:chgData name="正行 高山" userId="2ec383c861d5d790" providerId="LiveId" clId="{FC6C8019-091D-4D73-AB18-8708F57A129F}" dt="2025-10-26T03:59:54.059" v="29958" actId="20577"/>
          <ac:spMkLst>
            <pc:docMk/>
            <pc:sldMk cId="3486576881" sldId="1798"/>
            <ac:spMk id="2" creationId="{E2D6B9CB-1642-2BF7-4990-7BBC1430405C}"/>
          </ac:spMkLst>
        </pc:spChg>
        <pc:spChg chg="add mod">
          <ac:chgData name="正行 高山" userId="2ec383c861d5d790" providerId="LiveId" clId="{FC6C8019-091D-4D73-AB18-8708F57A129F}" dt="2025-10-26T05:40:07.459" v="31689" actId="1038"/>
          <ac:spMkLst>
            <pc:docMk/>
            <pc:sldMk cId="3486576881" sldId="1798"/>
            <ac:spMk id="5" creationId="{D1CE38C8-67E0-6D34-DD5B-88B5B0C741A9}"/>
          </ac:spMkLst>
        </pc:spChg>
        <pc:spChg chg="add mod">
          <ac:chgData name="正行 高山" userId="2ec383c861d5d790" providerId="LiveId" clId="{FC6C8019-091D-4D73-AB18-8708F57A129F}" dt="2025-10-26T05:43:36.139" v="31801" actId="1035"/>
          <ac:spMkLst>
            <pc:docMk/>
            <pc:sldMk cId="3486576881" sldId="1798"/>
            <ac:spMk id="12" creationId="{3729643F-824C-14DA-CF4A-9FD3072677FC}"/>
          </ac:spMkLst>
        </pc:spChg>
        <pc:spChg chg="add mod">
          <ac:chgData name="正行 高山" userId="2ec383c861d5d790" providerId="LiveId" clId="{FC6C8019-091D-4D73-AB18-8708F57A129F}" dt="2025-10-26T05:43:36.139" v="31801" actId="1035"/>
          <ac:spMkLst>
            <pc:docMk/>
            <pc:sldMk cId="3486576881" sldId="1798"/>
            <ac:spMk id="13" creationId="{887B57AC-6F30-E32B-8BD9-83342728C9E4}"/>
          </ac:spMkLst>
        </pc:spChg>
        <pc:spChg chg="add mod">
          <ac:chgData name="正行 高山" userId="2ec383c861d5d790" providerId="LiveId" clId="{FC6C8019-091D-4D73-AB18-8708F57A129F}" dt="2025-10-26T05:43:36.139" v="31801" actId="1035"/>
          <ac:spMkLst>
            <pc:docMk/>
            <pc:sldMk cId="3486576881" sldId="1798"/>
            <ac:spMk id="14" creationId="{8D46FBA9-A227-1BCF-26C1-1F6E4FE597D8}"/>
          </ac:spMkLst>
        </pc:spChg>
        <pc:spChg chg="add mod">
          <ac:chgData name="正行 高山" userId="2ec383c861d5d790" providerId="LiveId" clId="{FC6C8019-091D-4D73-AB18-8708F57A129F}" dt="2025-10-26T05:42:21.799" v="31795" actId="1035"/>
          <ac:spMkLst>
            <pc:docMk/>
            <pc:sldMk cId="3486576881" sldId="1798"/>
            <ac:spMk id="17" creationId="{7B85A3A6-7D72-3D7C-D6F8-18530776438D}"/>
          </ac:spMkLst>
        </pc:spChg>
        <pc:spChg chg="add mod">
          <ac:chgData name="正行 高山" userId="2ec383c861d5d790" providerId="LiveId" clId="{FC6C8019-091D-4D73-AB18-8708F57A129F}" dt="2025-10-26T05:42:21.799" v="31795" actId="1035"/>
          <ac:spMkLst>
            <pc:docMk/>
            <pc:sldMk cId="3486576881" sldId="1798"/>
            <ac:spMk id="18" creationId="{3417D9FE-2A76-12A3-F9A6-1BD8DF5D8FE4}"/>
          </ac:spMkLst>
        </pc:spChg>
        <pc:spChg chg="add mod">
          <ac:chgData name="正行 高山" userId="2ec383c861d5d790" providerId="LiveId" clId="{FC6C8019-091D-4D73-AB18-8708F57A129F}" dt="2025-10-26T05:42:21.799" v="31795" actId="1035"/>
          <ac:spMkLst>
            <pc:docMk/>
            <pc:sldMk cId="3486576881" sldId="1798"/>
            <ac:spMk id="19" creationId="{3FD4075D-6CFB-6AE5-0825-1CD96FB613EA}"/>
          </ac:spMkLst>
        </pc:spChg>
        <pc:picChg chg="add mod">
          <ac:chgData name="正行 高山" userId="2ec383c861d5d790" providerId="LiveId" clId="{FC6C8019-091D-4D73-AB18-8708F57A129F}" dt="2025-10-26T05:40:07.459" v="31689" actId="1038"/>
          <ac:picMkLst>
            <pc:docMk/>
            <pc:sldMk cId="3486576881" sldId="1798"/>
            <ac:picMk id="4" creationId="{CB784E8E-BFB3-5685-3591-7EEA5A71DBB2}"/>
          </ac:picMkLst>
        </pc:picChg>
      </pc:sldChg>
      <pc:sldChg chg="addSp delSp modSp new mod ord">
        <pc:chgData name="正行 高山" userId="2ec383c861d5d790" providerId="LiveId" clId="{FC6C8019-091D-4D73-AB18-8708F57A129F}" dt="2025-10-26T04:06:36.115" v="30564" actId="113"/>
        <pc:sldMkLst>
          <pc:docMk/>
          <pc:sldMk cId="3929217246" sldId="1799"/>
        </pc:sldMkLst>
        <pc:spChg chg="mod">
          <ac:chgData name="正行 高山" userId="2ec383c861d5d790" providerId="LiveId" clId="{FC6C8019-091D-4D73-AB18-8708F57A129F}" dt="2025-10-26T03:55:40.623" v="29516" actId="20577"/>
          <ac:spMkLst>
            <pc:docMk/>
            <pc:sldMk cId="3929217246" sldId="1799"/>
            <ac:spMk id="2" creationId="{7474396B-1820-3185-970C-675F43939393}"/>
          </ac:spMkLst>
        </pc:spChg>
        <pc:spChg chg="add mod">
          <ac:chgData name="正行 高山" userId="2ec383c861d5d790" providerId="LiveId" clId="{FC6C8019-091D-4D73-AB18-8708F57A129F}" dt="2025-10-26T04:04:41.567" v="30384" actId="1035"/>
          <ac:spMkLst>
            <pc:docMk/>
            <pc:sldMk cId="3929217246" sldId="1799"/>
            <ac:spMk id="5" creationId="{63121733-10D6-1C69-D396-9A57B50B52A9}"/>
          </ac:spMkLst>
        </pc:spChg>
        <pc:spChg chg="add mod">
          <ac:chgData name="正行 高山" userId="2ec383c861d5d790" providerId="LiveId" clId="{FC6C8019-091D-4D73-AB18-8708F57A129F}" dt="2025-10-26T04:04:41.567" v="30384" actId="1035"/>
          <ac:spMkLst>
            <pc:docMk/>
            <pc:sldMk cId="3929217246" sldId="1799"/>
            <ac:spMk id="6" creationId="{E7479701-A59A-108F-C16B-A9F290131A9C}"/>
          </ac:spMkLst>
        </pc:spChg>
        <pc:spChg chg="add mod">
          <ac:chgData name="正行 高山" userId="2ec383c861d5d790" providerId="LiveId" clId="{FC6C8019-091D-4D73-AB18-8708F57A129F}" dt="2025-10-26T04:06:36.115" v="30564" actId="113"/>
          <ac:spMkLst>
            <pc:docMk/>
            <pc:sldMk cId="3929217246" sldId="1799"/>
            <ac:spMk id="8" creationId="{57640936-9AC9-8BF3-0AF7-5C41E44CCB79}"/>
          </ac:spMkLst>
        </pc:spChg>
        <pc:spChg chg="add mod">
          <ac:chgData name="正行 高山" userId="2ec383c861d5d790" providerId="LiveId" clId="{FC6C8019-091D-4D73-AB18-8708F57A129F}" dt="2025-10-26T04:04:41.567" v="30384" actId="1035"/>
          <ac:spMkLst>
            <pc:docMk/>
            <pc:sldMk cId="3929217246" sldId="1799"/>
            <ac:spMk id="9" creationId="{639AAD75-AA8B-B90B-46A9-84FEF651EBAF}"/>
          </ac:spMkLst>
        </pc:spChg>
        <pc:graphicFrameChg chg="add mod modGraphic">
          <ac:chgData name="正行 高山" userId="2ec383c861d5d790" providerId="LiveId" clId="{FC6C8019-091D-4D73-AB18-8708F57A129F}" dt="2025-10-26T04:04:41.567" v="30384" actId="1035"/>
          <ac:graphicFrameMkLst>
            <pc:docMk/>
            <pc:sldMk cId="3929217246" sldId="1799"/>
            <ac:graphicFrameMk id="4" creationId="{7C804795-F03C-B78C-F326-33A429C64663}"/>
          </ac:graphicFrameMkLst>
        </pc:graphicFrameChg>
      </pc:sldChg>
      <pc:sldChg chg="addSp modSp new mod">
        <pc:chgData name="正行 高山" userId="2ec383c861d5d790" providerId="LiveId" clId="{FC6C8019-091D-4D73-AB18-8708F57A129F}" dt="2025-10-26T04:20:59.052" v="30815" actId="1076"/>
        <pc:sldMkLst>
          <pc:docMk/>
          <pc:sldMk cId="865111868" sldId="1800"/>
        </pc:sldMkLst>
        <pc:spChg chg="mod">
          <ac:chgData name="正行 高山" userId="2ec383c861d5d790" providerId="LiveId" clId="{FC6C8019-091D-4D73-AB18-8708F57A129F}" dt="2025-10-26T03:41:57.581" v="29201" actId="20577"/>
          <ac:spMkLst>
            <pc:docMk/>
            <pc:sldMk cId="865111868" sldId="1800"/>
            <ac:spMk id="2" creationId="{6447558E-662C-FF15-BE1F-3960185121D2}"/>
          </ac:spMkLst>
        </pc:spChg>
        <pc:spChg chg="add mod">
          <ac:chgData name="正行 高山" userId="2ec383c861d5d790" providerId="LiveId" clId="{FC6C8019-091D-4D73-AB18-8708F57A129F}" dt="2025-10-26T04:19:58.561" v="30754" actId="1076"/>
          <ac:spMkLst>
            <pc:docMk/>
            <pc:sldMk cId="865111868" sldId="1800"/>
            <ac:spMk id="4" creationId="{7C33A21D-CDF8-07B9-F793-353CD48B6035}"/>
          </ac:spMkLst>
        </pc:spChg>
        <pc:spChg chg="add mod">
          <ac:chgData name="正行 高山" userId="2ec383c861d5d790" providerId="LiveId" clId="{FC6C8019-091D-4D73-AB18-8708F57A129F}" dt="2025-10-26T04:19:49.459" v="30752" actId="1076"/>
          <ac:spMkLst>
            <pc:docMk/>
            <pc:sldMk cId="865111868" sldId="1800"/>
            <ac:spMk id="7" creationId="{F6232AD4-9C08-D4A5-676F-5825C1782938}"/>
          </ac:spMkLst>
        </pc:spChg>
        <pc:spChg chg="add mod">
          <ac:chgData name="正行 高山" userId="2ec383c861d5d790" providerId="LiveId" clId="{FC6C8019-091D-4D73-AB18-8708F57A129F}" dt="2025-10-26T04:19:41.593" v="30750" actId="1076"/>
          <ac:spMkLst>
            <pc:docMk/>
            <pc:sldMk cId="865111868" sldId="1800"/>
            <ac:spMk id="8" creationId="{01D901A7-D0DA-CD70-534E-A3B7A37A41A9}"/>
          </ac:spMkLst>
        </pc:spChg>
        <pc:spChg chg="add mod">
          <ac:chgData name="正行 高山" userId="2ec383c861d5d790" providerId="LiveId" clId="{FC6C8019-091D-4D73-AB18-8708F57A129F}" dt="2025-10-26T04:18:59.049" v="30627" actId="1076"/>
          <ac:spMkLst>
            <pc:docMk/>
            <pc:sldMk cId="865111868" sldId="1800"/>
            <ac:spMk id="9" creationId="{1B84F571-534C-2861-D728-D0697020ACCC}"/>
          </ac:spMkLst>
        </pc:spChg>
        <pc:spChg chg="add mod">
          <ac:chgData name="正行 高山" userId="2ec383c861d5d790" providerId="LiveId" clId="{FC6C8019-091D-4D73-AB18-8708F57A129F}" dt="2025-10-26T04:19:02.360" v="30628" actId="1076"/>
          <ac:spMkLst>
            <pc:docMk/>
            <pc:sldMk cId="865111868" sldId="1800"/>
            <ac:spMk id="10" creationId="{A5315F69-0A9E-0EC8-D1F6-7B97FA5C8337}"/>
          </ac:spMkLst>
        </pc:spChg>
        <pc:spChg chg="add mod">
          <ac:chgData name="正行 高山" userId="2ec383c861d5d790" providerId="LiveId" clId="{FC6C8019-091D-4D73-AB18-8708F57A129F}" dt="2025-10-26T04:20:56.874" v="30814" actId="207"/>
          <ac:spMkLst>
            <pc:docMk/>
            <pc:sldMk cId="865111868" sldId="1800"/>
            <ac:spMk id="11" creationId="{751DD5FA-E04E-2939-B7AF-3E2AB0E056D6}"/>
          </ac:spMkLst>
        </pc:spChg>
        <pc:graphicFrameChg chg="add mod">
          <ac:chgData name="正行 高山" userId="2ec383c861d5d790" providerId="LiveId" clId="{FC6C8019-091D-4D73-AB18-8708F57A129F}" dt="2025-10-26T04:19:55.792" v="30753" actId="1076"/>
          <ac:graphicFrameMkLst>
            <pc:docMk/>
            <pc:sldMk cId="865111868" sldId="1800"/>
            <ac:graphicFrameMk id="5" creationId="{17009C0F-C5AF-9870-D5B3-BDCF2128CBAA}"/>
          </ac:graphicFrameMkLst>
        </pc:graphicFrameChg>
        <pc:picChg chg="add mod">
          <ac:chgData name="正行 高山" userId="2ec383c861d5d790" providerId="LiveId" clId="{FC6C8019-091D-4D73-AB18-8708F57A129F}" dt="2025-10-26T04:19:44.858" v="30751" actId="1076"/>
          <ac:picMkLst>
            <pc:docMk/>
            <pc:sldMk cId="865111868" sldId="1800"/>
            <ac:picMk id="6" creationId="{3808E27E-902E-EA69-EBF9-F58DA9F884E8}"/>
          </ac:picMkLst>
        </pc:picChg>
        <pc:picChg chg="add mod">
          <ac:chgData name="正行 高山" userId="2ec383c861d5d790" providerId="LiveId" clId="{FC6C8019-091D-4D73-AB18-8708F57A129F}" dt="2025-10-26T04:20:59.052" v="30815" actId="1076"/>
          <ac:picMkLst>
            <pc:docMk/>
            <pc:sldMk cId="865111868" sldId="1800"/>
            <ac:picMk id="1026" creationId="{D9B7A141-6FA3-EA63-FB37-A587D8D9F781}"/>
          </ac:picMkLst>
        </pc:picChg>
      </pc:sldChg>
      <pc:sldChg chg="addSp modSp new mod">
        <pc:chgData name="正行 高山" userId="2ec383c861d5d790" providerId="LiveId" clId="{FC6C8019-091D-4D73-AB18-8708F57A129F}" dt="2025-10-26T03:30:22.929" v="28606" actId="1076"/>
        <pc:sldMkLst>
          <pc:docMk/>
          <pc:sldMk cId="3259439954" sldId="1801"/>
        </pc:sldMkLst>
        <pc:spChg chg="mod">
          <ac:chgData name="正行 高山" userId="2ec383c861d5d790" providerId="LiveId" clId="{FC6C8019-091D-4D73-AB18-8708F57A129F}" dt="2025-10-19T15:20:38.253" v="22645" actId="20577"/>
          <ac:spMkLst>
            <pc:docMk/>
            <pc:sldMk cId="3259439954" sldId="1801"/>
            <ac:spMk id="2" creationId="{6B0C0764-D56A-8E72-250A-98F4686B8056}"/>
          </ac:spMkLst>
        </pc:spChg>
        <pc:spChg chg="add mod">
          <ac:chgData name="正行 高山" userId="2ec383c861d5d790" providerId="LiveId" clId="{FC6C8019-091D-4D73-AB18-8708F57A129F}" dt="2025-10-25T07:36:01.141" v="26387" actId="20577"/>
          <ac:spMkLst>
            <pc:docMk/>
            <pc:sldMk cId="3259439954" sldId="1801"/>
            <ac:spMk id="4" creationId="{A80BA243-5CBC-C4BE-7D01-C55FC4E468FC}"/>
          </ac:spMkLst>
        </pc:spChg>
        <pc:spChg chg="add mod">
          <ac:chgData name="正行 高山" userId="2ec383c861d5d790" providerId="LiveId" clId="{FC6C8019-091D-4D73-AB18-8708F57A129F}" dt="2025-10-26T03:27:38.077" v="28222" actId="1076"/>
          <ac:spMkLst>
            <pc:docMk/>
            <pc:sldMk cId="3259439954" sldId="1801"/>
            <ac:spMk id="5" creationId="{3F6E97D5-FC9B-3918-5BB5-487E25F3871F}"/>
          </ac:spMkLst>
        </pc:spChg>
        <pc:spChg chg="add mod">
          <ac:chgData name="正行 高山" userId="2ec383c861d5d790" providerId="LiveId" clId="{FC6C8019-091D-4D73-AB18-8708F57A129F}" dt="2025-10-26T03:27:21.401" v="28219" actId="20577"/>
          <ac:spMkLst>
            <pc:docMk/>
            <pc:sldMk cId="3259439954" sldId="1801"/>
            <ac:spMk id="6" creationId="{D8203E3D-808D-F306-8F21-9D7AD8EB2C88}"/>
          </ac:spMkLst>
        </pc:spChg>
        <pc:spChg chg="add mod">
          <ac:chgData name="正行 高山" userId="2ec383c861d5d790" providerId="LiveId" clId="{FC6C8019-091D-4D73-AB18-8708F57A129F}" dt="2025-10-25T07:25:41.570" v="25457" actId="1035"/>
          <ac:spMkLst>
            <pc:docMk/>
            <pc:sldMk cId="3259439954" sldId="1801"/>
            <ac:spMk id="7" creationId="{5A734FFF-1760-DDC6-3712-E98756D9CB84}"/>
          </ac:spMkLst>
        </pc:spChg>
        <pc:spChg chg="add mod">
          <ac:chgData name="正行 高山" userId="2ec383c861d5d790" providerId="LiveId" clId="{FC6C8019-091D-4D73-AB18-8708F57A129F}" dt="2025-10-26T03:30:16.380" v="28604" actId="1076"/>
          <ac:spMkLst>
            <pc:docMk/>
            <pc:sldMk cId="3259439954" sldId="1801"/>
            <ac:spMk id="8" creationId="{24499EC2-8BF1-A785-A92C-828B6472A578}"/>
          </ac:spMkLst>
        </pc:spChg>
        <pc:spChg chg="add mod">
          <ac:chgData name="正行 高山" userId="2ec383c861d5d790" providerId="LiveId" clId="{FC6C8019-091D-4D73-AB18-8708F57A129F}" dt="2025-10-26T03:28:19.390" v="28231" actId="207"/>
          <ac:spMkLst>
            <pc:docMk/>
            <pc:sldMk cId="3259439954" sldId="1801"/>
            <ac:spMk id="9" creationId="{68F3AF9E-7D4A-9B9E-A7C6-2F900F26DF61}"/>
          </ac:spMkLst>
        </pc:spChg>
        <pc:spChg chg="add mod">
          <ac:chgData name="正行 高山" userId="2ec383c861d5d790" providerId="LiveId" clId="{FC6C8019-091D-4D73-AB18-8708F57A129F}" dt="2025-10-26T03:30:22.929" v="28606" actId="1076"/>
          <ac:spMkLst>
            <pc:docMk/>
            <pc:sldMk cId="3259439954" sldId="1801"/>
            <ac:spMk id="10" creationId="{07BAB826-17A0-91A0-56DE-6128486C063B}"/>
          </ac:spMkLst>
        </pc:spChg>
      </pc:sldChg>
      <pc:sldChg chg="addSp delSp modSp new mod">
        <pc:chgData name="正行 高山" userId="2ec383c861d5d790" providerId="LiveId" clId="{FC6C8019-091D-4D73-AB18-8708F57A129F}" dt="2025-11-01T09:13:01.884" v="36957" actId="20577"/>
        <pc:sldMkLst>
          <pc:docMk/>
          <pc:sldMk cId="1326386637" sldId="1802"/>
        </pc:sldMkLst>
        <pc:spChg chg="mod">
          <ac:chgData name="正行 高山" userId="2ec383c861d5d790" providerId="LiveId" clId="{FC6C8019-091D-4D73-AB18-8708F57A129F}" dt="2025-10-20T08:45:06.859" v="24231" actId="20577"/>
          <ac:spMkLst>
            <pc:docMk/>
            <pc:sldMk cId="1326386637" sldId="1802"/>
            <ac:spMk id="2" creationId="{E35B88A0-ACA3-2412-DE3A-BE49A2200D67}"/>
          </ac:spMkLst>
        </pc:spChg>
        <pc:spChg chg="add mod">
          <ac:chgData name="正行 高山" userId="2ec383c861d5d790" providerId="LiveId" clId="{FC6C8019-091D-4D73-AB18-8708F57A129F}" dt="2025-11-01T09:13:01.884" v="36957" actId="20577"/>
          <ac:spMkLst>
            <pc:docMk/>
            <pc:sldMk cId="1326386637" sldId="1802"/>
            <ac:spMk id="4" creationId="{0142759B-3E59-5278-5651-66B6D711F1B2}"/>
          </ac:spMkLst>
        </pc:spChg>
      </pc:sldChg>
      <pc:sldChg chg="addSp modSp new mod">
        <pc:chgData name="正行 高山" userId="2ec383c861d5d790" providerId="LiveId" clId="{FC6C8019-091D-4D73-AB18-8708F57A129F}" dt="2025-10-26T06:00:52.353" v="32068" actId="14100"/>
        <pc:sldMkLst>
          <pc:docMk/>
          <pc:sldMk cId="3888248262" sldId="1804"/>
        </pc:sldMkLst>
        <pc:spChg chg="mod">
          <ac:chgData name="正行 高山" userId="2ec383c861d5d790" providerId="LiveId" clId="{FC6C8019-091D-4D73-AB18-8708F57A129F}" dt="2025-10-26T06:00:52.353" v="32068" actId="14100"/>
          <ac:spMkLst>
            <pc:docMk/>
            <pc:sldMk cId="3888248262" sldId="1804"/>
            <ac:spMk id="2" creationId="{6ECA81BC-20E8-2DC2-1F10-EC489673B902}"/>
          </ac:spMkLst>
        </pc:spChg>
        <pc:spChg chg="add mod">
          <ac:chgData name="正行 高山" userId="2ec383c861d5d790" providerId="LiveId" clId="{FC6C8019-091D-4D73-AB18-8708F57A129F}" dt="2025-10-19T13:52:14.547" v="21263" actId="1035"/>
          <ac:spMkLst>
            <pc:docMk/>
            <pc:sldMk cId="3888248262" sldId="1804"/>
            <ac:spMk id="25" creationId="{C2074A3E-D47C-3E79-BAE7-5B61A001F2C0}"/>
          </ac:spMkLst>
        </pc:spChg>
        <pc:spChg chg="add mod">
          <ac:chgData name="正行 高山" userId="2ec383c861d5d790" providerId="LiveId" clId="{FC6C8019-091D-4D73-AB18-8708F57A129F}" dt="2025-10-19T13:52:14.547" v="21263" actId="1035"/>
          <ac:spMkLst>
            <pc:docMk/>
            <pc:sldMk cId="3888248262" sldId="1804"/>
            <ac:spMk id="26" creationId="{F857C4DB-BBF2-D6A6-5F04-C0A0EE4F7A05}"/>
          </ac:spMkLst>
        </pc:spChg>
        <pc:spChg chg="add mod">
          <ac:chgData name="正行 高山" userId="2ec383c861d5d790" providerId="LiveId" clId="{FC6C8019-091D-4D73-AB18-8708F57A129F}" dt="2025-10-19T13:52:48" v="21269" actId="14100"/>
          <ac:spMkLst>
            <pc:docMk/>
            <pc:sldMk cId="3888248262" sldId="1804"/>
            <ac:spMk id="27" creationId="{642CEF53-485E-69A8-EF79-4EB0355985E4}"/>
          </ac:spMkLst>
        </pc:spChg>
        <pc:spChg chg="add mod">
          <ac:chgData name="正行 高山" userId="2ec383c861d5d790" providerId="LiveId" clId="{FC6C8019-091D-4D73-AB18-8708F57A129F}" dt="2025-10-19T13:52:48" v="21269" actId="14100"/>
          <ac:spMkLst>
            <pc:docMk/>
            <pc:sldMk cId="3888248262" sldId="1804"/>
            <ac:spMk id="28" creationId="{F89F3964-3416-E1C4-119C-7BF1D5C4772A}"/>
          </ac:spMkLst>
        </pc:spChg>
        <pc:spChg chg="add mod">
          <ac:chgData name="正行 高山" userId="2ec383c861d5d790" providerId="LiveId" clId="{FC6C8019-091D-4D73-AB18-8708F57A129F}" dt="2025-10-19T13:52:48" v="21269" actId="14100"/>
          <ac:spMkLst>
            <pc:docMk/>
            <pc:sldMk cId="3888248262" sldId="1804"/>
            <ac:spMk id="29" creationId="{EE9EA726-1AB5-2F41-A4A6-9D65ED467039}"/>
          </ac:spMkLst>
        </pc:spChg>
        <pc:spChg chg="mod">
          <ac:chgData name="正行 高山" userId="2ec383c861d5d790" providerId="LiveId" clId="{FC6C8019-091D-4D73-AB18-8708F57A129F}" dt="2025-10-19T13:52:48" v="21269" actId="14100"/>
          <ac:spMkLst>
            <pc:docMk/>
            <pc:sldMk cId="3888248262" sldId="1804"/>
            <ac:spMk id="30" creationId="{5C20A377-7E97-B4C2-7E0C-9AC3B0D85112}"/>
          </ac:spMkLst>
        </pc:spChg>
        <pc:spChg chg="add mod">
          <ac:chgData name="正行 高山" userId="2ec383c861d5d790" providerId="LiveId" clId="{FC6C8019-091D-4D73-AB18-8708F57A129F}" dt="2025-10-19T13:52:44.502" v="21268" actId="404"/>
          <ac:spMkLst>
            <pc:docMk/>
            <pc:sldMk cId="3888248262" sldId="1804"/>
            <ac:spMk id="34" creationId="{5B6DC130-CB41-23D1-2A96-5412B7C126D5}"/>
          </ac:spMkLst>
        </pc:spChg>
        <pc:spChg chg="add mod">
          <ac:chgData name="正行 高山" userId="2ec383c861d5d790" providerId="LiveId" clId="{FC6C8019-091D-4D73-AB18-8708F57A129F}" dt="2025-10-19T15:17:20.744" v="22438" actId="20577"/>
          <ac:spMkLst>
            <pc:docMk/>
            <pc:sldMk cId="3888248262" sldId="1804"/>
            <ac:spMk id="35" creationId="{8AAC3607-4BB2-9E2B-EA77-D09BDAE8FBFF}"/>
          </ac:spMkLst>
        </pc:spChg>
        <pc:spChg chg="mod">
          <ac:chgData name="正行 高山" userId="2ec383c861d5d790" providerId="LiveId" clId="{FC6C8019-091D-4D73-AB18-8708F57A129F}" dt="2025-10-19T13:52:59.740" v="21281" actId="1038"/>
          <ac:spMkLst>
            <pc:docMk/>
            <pc:sldMk cId="3888248262" sldId="1804"/>
            <ac:spMk id="36" creationId="{48E1646D-79F8-BB93-1170-01A5C74E210C}"/>
          </ac:spMkLst>
        </pc:spChg>
        <pc:spChg chg="add mod">
          <ac:chgData name="正行 高山" userId="2ec383c861d5d790" providerId="LiveId" clId="{FC6C8019-091D-4D73-AB18-8708F57A129F}" dt="2025-10-19T13:53:28.429" v="21322" actId="14100"/>
          <ac:spMkLst>
            <pc:docMk/>
            <pc:sldMk cId="3888248262" sldId="1804"/>
            <ac:spMk id="37" creationId="{342DF481-B67F-B1F7-CA19-4132A7127047}"/>
          </ac:spMkLst>
        </pc:spChg>
        <pc:spChg chg="add mod ord">
          <ac:chgData name="正行 高山" userId="2ec383c861d5d790" providerId="LiveId" clId="{FC6C8019-091D-4D73-AB18-8708F57A129F}" dt="2025-10-19T13:54:24.875" v="21347" actId="1076"/>
          <ac:spMkLst>
            <pc:docMk/>
            <pc:sldMk cId="3888248262" sldId="1804"/>
            <ac:spMk id="41" creationId="{1E9AABB9-B2F6-E482-63EA-FBCB76100084}"/>
          </ac:spMkLst>
        </pc:spChg>
        <pc:spChg chg="add mod">
          <ac:chgData name="正行 高山" userId="2ec383c861d5d790" providerId="LiveId" clId="{FC6C8019-091D-4D73-AB18-8708F57A129F}" dt="2025-10-19T15:36:51.821" v="22928" actId="1076"/>
          <ac:spMkLst>
            <pc:docMk/>
            <pc:sldMk cId="3888248262" sldId="1804"/>
            <ac:spMk id="43" creationId="{711ACAAD-3971-D9AE-551F-E48524E7C971}"/>
          </ac:spMkLst>
        </pc:spChg>
        <pc:spChg chg="add mod">
          <ac:chgData name="正行 高山" userId="2ec383c861d5d790" providerId="LiveId" clId="{FC6C8019-091D-4D73-AB18-8708F57A129F}" dt="2025-10-24T15:43:40.218" v="24870" actId="1076"/>
          <ac:spMkLst>
            <pc:docMk/>
            <pc:sldMk cId="3888248262" sldId="1804"/>
            <ac:spMk id="44" creationId="{EEF35240-5CEE-F20F-63B9-87998E013581}"/>
          </ac:spMkLst>
        </pc:spChg>
        <pc:picChg chg="mod">
          <ac:chgData name="正行 高山" userId="2ec383c861d5d790" providerId="LiveId" clId="{FC6C8019-091D-4D73-AB18-8708F57A129F}" dt="2025-10-19T13:54:21.031" v="21346" actId="1038"/>
          <ac:picMkLst>
            <pc:docMk/>
            <pc:sldMk cId="3888248262" sldId="1804"/>
            <ac:picMk id="24" creationId="{FECE260D-9BBE-2379-7256-CBEA4BBB5FB7}"/>
          </ac:picMkLst>
        </pc:picChg>
        <pc:cxnChg chg="mod">
          <ac:chgData name="正行 高山" userId="2ec383c861d5d790" providerId="LiveId" clId="{FC6C8019-091D-4D73-AB18-8708F57A129F}" dt="2025-10-19T13:52:48" v="21269" actId="14100"/>
          <ac:cxnSpMkLst>
            <pc:docMk/>
            <pc:sldMk cId="3888248262" sldId="1804"/>
            <ac:cxnSpMk id="31" creationId="{CC59F694-5BE3-27DD-B229-A57343235380}"/>
          </ac:cxnSpMkLst>
        </pc:cxnChg>
        <pc:cxnChg chg="mod">
          <ac:chgData name="正行 高山" userId="2ec383c861d5d790" providerId="LiveId" clId="{FC6C8019-091D-4D73-AB18-8708F57A129F}" dt="2025-10-19T13:52:48" v="21269" actId="14100"/>
          <ac:cxnSpMkLst>
            <pc:docMk/>
            <pc:sldMk cId="3888248262" sldId="1804"/>
            <ac:cxnSpMk id="32" creationId="{CF7FF655-4075-489D-0EE7-C903E2B1ACA9}"/>
          </ac:cxnSpMkLst>
        </pc:cxnChg>
        <pc:cxnChg chg="mod">
          <ac:chgData name="正行 高山" userId="2ec383c861d5d790" providerId="LiveId" clId="{FC6C8019-091D-4D73-AB18-8708F57A129F}" dt="2025-10-19T13:52:48" v="21269" actId="14100"/>
          <ac:cxnSpMkLst>
            <pc:docMk/>
            <pc:sldMk cId="3888248262" sldId="1804"/>
            <ac:cxnSpMk id="33" creationId="{82BBE62C-95B4-0800-3780-6E8A6185758B}"/>
          </ac:cxnSpMkLst>
        </pc:cxnChg>
        <pc:cxnChg chg="mod">
          <ac:chgData name="正行 高山" userId="2ec383c861d5d790" providerId="LiveId" clId="{FC6C8019-091D-4D73-AB18-8708F57A129F}" dt="2025-10-19T13:54:21.031" v="21346" actId="1038"/>
          <ac:cxnSpMkLst>
            <pc:docMk/>
            <pc:sldMk cId="3888248262" sldId="1804"/>
            <ac:cxnSpMk id="38" creationId="{182167E0-27F8-51A9-AE6A-DCCC6DC93AC4}"/>
          </ac:cxnSpMkLst>
        </pc:cxnChg>
        <pc:cxnChg chg="mod">
          <ac:chgData name="正行 高山" userId="2ec383c861d5d790" providerId="LiveId" clId="{FC6C8019-091D-4D73-AB18-8708F57A129F}" dt="2025-10-19T13:54:21.031" v="21346" actId="1038"/>
          <ac:cxnSpMkLst>
            <pc:docMk/>
            <pc:sldMk cId="3888248262" sldId="1804"/>
            <ac:cxnSpMk id="39" creationId="{EDE59A65-D7E7-03DE-2E9D-CA8A7C9E2959}"/>
          </ac:cxnSpMkLst>
        </pc:cxnChg>
        <pc:cxnChg chg="mod">
          <ac:chgData name="正行 高山" userId="2ec383c861d5d790" providerId="LiveId" clId="{FC6C8019-091D-4D73-AB18-8708F57A129F}" dt="2025-10-19T13:54:21.031" v="21346" actId="1038"/>
          <ac:cxnSpMkLst>
            <pc:docMk/>
            <pc:sldMk cId="3888248262" sldId="1804"/>
            <ac:cxnSpMk id="40" creationId="{43CF885D-E25E-2B4B-955F-F898FEA178D8}"/>
          </ac:cxnSpMkLst>
        </pc:cxnChg>
        <pc:cxnChg chg="mod">
          <ac:chgData name="正行 高山" userId="2ec383c861d5d790" providerId="LiveId" clId="{FC6C8019-091D-4D73-AB18-8708F57A129F}" dt="2025-10-19T13:54:21.031" v="21346" actId="1038"/>
          <ac:cxnSpMkLst>
            <pc:docMk/>
            <pc:sldMk cId="3888248262" sldId="1804"/>
            <ac:cxnSpMk id="42" creationId="{D0D10F0C-4F9E-6498-FCB9-E25A0B86B6B8}"/>
          </ac:cxnSpMkLst>
        </pc:cxnChg>
      </pc:sldChg>
      <pc:sldChg chg="addSp delSp modSp new del mod ord">
        <pc:chgData name="正行 高山" userId="2ec383c861d5d790" providerId="LiveId" clId="{FC6C8019-091D-4D73-AB18-8708F57A129F}" dt="2025-11-01T09:16:51.885" v="36961" actId="47"/>
        <pc:sldMkLst>
          <pc:docMk/>
          <pc:sldMk cId="485326941" sldId="1807"/>
        </pc:sldMkLst>
        <pc:spChg chg="mod">
          <ac:chgData name="正行 高山" userId="2ec383c861d5d790" providerId="LiveId" clId="{FC6C8019-091D-4D73-AB18-8708F57A129F}" dt="2025-10-26T07:51:29.766" v="36431" actId="20577"/>
          <ac:spMkLst>
            <pc:docMk/>
            <pc:sldMk cId="485326941" sldId="1807"/>
            <ac:spMk id="2" creationId="{D7C618E2-FD01-0099-D3BD-E6B58D604B49}"/>
          </ac:spMkLst>
        </pc:spChg>
        <pc:spChg chg="add mod">
          <ac:chgData name="正行 高山" userId="2ec383c861d5d790" providerId="LiveId" clId="{FC6C8019-091D-4D73-AB18-8708F57A129F}" dt="2025-10-19T14:49:21.585" v="21701" actId="1035"/>
          <ac:spMkLst>
            <pc:docMk/>
            <pc:sldMk cId="485326941" sldId="1807"/>
            <ac:spMk id="4" creationId="{0BE4BD11-1A1C-FAE0-7567-7F88E18A184F}"/>
          </ac:spMkLst>
        </pc:spChg>
        <pc:spChg chg="add mod">
          <ac:chgData name="正行 高山" userId="2ec383c861d5d790" providerId="LiveId" clId="{FC6C8019-091D-4D73-AB18-8708F57A129F}" dt="2025-10-19T14:49:35.517" v="21702" actId="2711"/>
          <ac:spMkLst>
            <pc:docMk/>
            <pc:sldMk cId="485326941" sldId="1807"/>
            <ac:spMk id="5" creationId="{43F99B24-4D63-554D-B05A-F96B8ECBBF16}"/>
          </ac:spMkLst>
        </pc:spChg>
        <pc:spChg chg="add mod">
          <ac:chgData name="正行 高山" userId="2ec383c861d5d790" providerId="LiveId" clId="{FC6C8019-091D-4D73-AB18-8708F57A129F}" dt="2025-10-19T14:49:35.517" v="21702" actId="2711"/>
          <ac:spMkLst>
            <pc:docMk/>
            <pc:sldMk cId="485326941" sldId="1807"/>
            <ac:spMk id="6" creationId="{80424F41-07AC-57A8-D5AC-739E034DF0CF}"/>
          </ac:spMkLst>
        </pc:spChg>
        <pc:spChg chg="add mod">
          <ac:chgData name="正行 高山" userId="2ec383c861d5d790" providerId="LiveId" clId="{FC6C8019-091D-4D73-AB18-8708F57A129F}" dt="2025-10-19T14:49:35.517" v="21702" actId="2711"/>
          <ac:spMkLst>
            <pc:docMk/>
            <pc:sldMk cId="485326941" sldId="1807"/>
            <ac:spMk id="7" creationId="{DE044D0B-D438-6743-8D6A-D47F6FBBD356}"/>
          </ac:spMkLst>
        </pc:spChg>
        <pc:spChg chg="mod">
          <ac:chgData name="正行 高山" userId="2ec383c861d5d790" providerId="LiveId" clId="{FC6C8019-091D-4D73-AB18-8708F57A129F}" dt="2025-10-19T14:49:35.517" v="21702" actId="2711"/>
          <ac:spMkLst>
            <pc:docMk/>
            <pc:sldMk cId="485326941" sldId="1807"/>
            <ac:spMk id="8" creationId="{CFDB08BD-A534-6D2E-21BE-80F14E7B505C}"/>
          </ac:spMkLst>
        </pc:spChg>
        <pc:spChg chg="add mod">
          <ac:chgData name="正行 高山" userId="2ec383c861d5d790" providerId="LiveId" clId="{FC6C8019-091D-4D73-AB18-8708F57A129F}" dt="2025-10-19T14:49:35.517" v="21702" actId="2711"/>
          <ac:spMkLst>
            <pc:docMk/>
            <pc:sldMk cId="485326941" sldId="1807"/>
            <ac:spMk id="9" creationId="{DB3371A5-F27C-23B7-9D94-FEDE58964140}"/>
          </ac:spMkLst>
        </pc:spChg>
        <pc:spChg chg="mod">
          <ac:chgData name="正行 高山" userId="2ec383c861d5d790" providerId="LiveId" clId="{FC6C8019-091D-4D73-AB18-8708F57A129F}" dt="2025-10-19T14:49:35.517" v="21702" actId="2711"/>
          <ac:spMkLst>
            <pc:docMk/>
            <pc:sldMk cId="485326941" sldId="1807"/>
            <ac:spMk id="16" creationId="{64470D85-5087-D741-7C5C-5EABD1167221}"/>
          </ac:spMkLst>
        </pc:spChg>
        <pc:spChg chg="mod">
          <ac:chgData name="正行 高山" userId="2ec383c861d5d790" providerId="LiveId" clId="{FC6C8019-091D-4D73-AB18-8708F57A129F}" dt="2025-10-19T14:49:35.517" v="21702" actId="2711"/>
          <ac:spMkLst>
            <pc:docMk/>
            <pc:sldMk cId="485326941" sldId="1807"/>
            <ac:spMk id="18" creationId="{66DE0D2E-8B2E-69A1-6030-A87D0FC1787D}"/>
          </ac:spMkLst>
        </pc:spChg>
        <pc:spChg chg="add mod">
          <ac:chgData name="正行 高山" userId="2ec383c861d5d790" providerId="LiveId" clId="{FC6C8019-091D-4D73-AB18-8708F57A129F}" dt="2025-10-19T14:49:35.517" v="21702" actId="2711"/>
          <ac:spMkLst>
            <pc:docMk/>
            <pc:sldMk cId="485326941" sldId="1807"/>
            <ac:spMk id="19" creationId="{19C640F4-1D93-529E-3E1B-F4C3233ACA35}"/>
          </ac:spMkLst>
        </pc:spChg>
        <pc:spChg chg="add mod">
          <ac:chgData name="正行 高山" userId="2ec383c861d5d790" providerId="LiveId" clId="{FC6C8019-091D-4D73-AB18-8708F57A129F}" dt="2025-10-19T14:49:35.517" v="21702" actId="2711"/>
          <ac:spMkLst>
            <pc:docMk/>
            <pc:sldMk cId="485326941" sldId="1807"/>
            <ac:spMk id="20" creationId="{B341967E-8FE8-F7BF-F676-817594C65C61}"/>
          </ac:spMkLst>
        </pc:spChg>
        <pc:spChg chg="add mod">
          <ac:chgData name="正行 高山" userId="2ec383c861d5d790" providerId="LiveId" clId="{FC6C8019-091D-4D73-AB18-8708F57A129F}" dt="2025-10-19T14:49:07.332" v="21680"/>
          <ac:spMkLst>
            <pc:docMk/>
            <pc:sldMk cId="485326941" sldId="1807"/>
            <ac:spMk id="21" creationId="{FD3F4AD3-60CE-5A67-51DA-3D6F52B96B0E}"/>
          </ac:spMkLst>
        </pc:spChg>
        <pc:spChg chg="add mod">
          <ac:chgData name="正行 高山" userId="2ec383c861d5d790" providerId="LiveId" clId="{FC6C8019-091D-4D73-AB18-8708F57A129F}" dt="2025-10-19T14:49:07.332" v="21680"/>
          <ac:spMkLst>
            <pc:docMk/>
            <pc:sldMk cId="485326941" sldId="1807"/>
            <ac:spMk id="28" creationId="{240A5FB2-6CA2-E8F6-5EFC-1D3835DB0241}"/>
          </ac:spMkLst>
        </pc:spChg>
        <pc:spChg chg="mod">
          <ac:chgData name="正行 高山" userId="2ec383c861d5d790" providerId="LiveId" clId="{FC6C8019-091D-4D73-AB18-8708F57A129F}" dt="2025-10-19T14:49:35.517" v="21702" actId="2711"/>
          <ac:spMkLst>
            <pc:docMk/>
            <pc:sldMk cId="485326941" sldId="1807"/>
            <ac:spMk id="29" creationId="{D6AF8F4B-2F53-28ED-69CE-24019D405B1A}"/>
          </ac:spMkLst>
        </pc:spChg>
      </pc:sldChg>
      <pc:sldChg chg="addSp delSp modSp new del mod">
        <pc:chgData name="正行 高山" userId="2ec383c861d5d790" providerId="LiveId" clId="{FC6C8019-091D-4D73-AB18-8708F57A129F}" dt="2025-11-01T09:16:51.885" v="36961" actId="47"/>
        <pc:sldMkLst>
          <pc:docMk/>
          <pc:sldMk cId="3284828089" sldId="1808"/>
        </pc:sldMkLst>
        <pc:spChg chg="mod">
          <ac:chgData name="正行 高山" userId="2ec383c861d5d790" providerId="LiveId" clId="{FC6C8019-091D-4D73-AB18-8708F57A129F}" dt="2025-10-26T07:51:35.611" v="36432"/>
          <ac:spMkLst>
            <pc:docMk/>
            <pc:sldMk cId="3284828089" sldId="1808"/>
            <ac:spMk id="2" creationId="{2C173A07-084F-983F-B4CB-A8BE3DB5D04C}"/>
          </ac:spMkLst>
        </pc:spChg>
        <pc:spChg chg="add mod">
          <ac:chgData name="正行 高山" userId="2ec383c861d5d790" providerId="LiveId" clId="{FC6C8019-091D-4D73-AB18-8708F57A129F}" dt="2025-10-26T07:52:02.711" v="36487" actId="1076"/>
          <ac:spMkLst>
            <pc:docMk/>
            <pc:sldMk cId="3284828089" sldId="1808"/>
            <ac:spMk id="5" creationId="{7812E5F5-1265-5CCC-CEE3-29A873468AA9}"/>
          </ac:spMkLst>
        </pc:spChg>
      </pc:sldChg>
      <pc:sldChg chg="addSp delSp modSp new del mod">
        <pc:chgData name="正行 高山" userId="2ec383c861d5d790" providerId="LiveId" clId="{FC6C8019-091D-4D73-AB18-8708F57A129F}" dt="2025-11-01T09:16:51.885" v="36961" actId="47"/>
        <pc:sldMkLst>
          <pc:docMk/>
          <pc:sldMk cId="3211966895" sldId="1809"/>
        </pc:sldMkLst>
        <pc:spChg chg="mod">
          <ac:chgData name="正行 高山" userId="2ec383c861d5d790" providerId="LiveId" clId="{FC6C8019-091D-4D73-AB18-8708F57A129F}" dt="2025-10-26T03:34:49.539" v="28744" actId="20577"/>
          <ac:spMkLst>
            <pc:docMk/>
            <pc:sldMk cId="3211966895" sldId="1809"/>
            <ac:spMk id="2" creationId="{38E082E5-8408-3BC2-7FA3-BC9B45697D85}"/>
          </ac:spMkLst>
        </pc:spChg>
        <pc:spChg chg="add mod">
          <ac:chgData name="正行 高山" userId="2ec383c861d5d790" providerId="LiveId" clId="{FC6C8019-091D-4D73-AB18-8708F57A129F}" dt="2025-10-26T03:35:51.755" v="28845" actId="20577"/>
          <ac:spMkLst>
            <pc:docMk/>
            <pc:sldMk cId="3211966895" sldId="1809"/>
            <ac:spMk id="10" creationId="{BE6895B2-596C-BCA8-CDC4-03C14EE51286}"/>
          </ac:spMkLst>
        </pc:spChg>
        <pc:spChg chg="add mod">
          <ac:chgData name="正行 高山" userId="2ec383c861d5d790" providerId="LiveId" clId="{FC6C8019-091D-4D73-AB18-8708F57A129F}" dt="2025-10-26T03:35:03.067" v="28773" actId="1036"/>
          <ac:spMkLst>
            <pc:docMk/>
            <pc:sldMk cId="3211966895" sldId="1809"/>
            <ac:spMk id="11" creationId="{C66398E7-E7A5-A59C-1CF8-BF436A13D1A9}"/>
          </ac:spMkLst>
        </pc:spChg>
        <pc:graphicFrameChg chg="add mod">
          <ac:chgData name="正行 高山" userId="2ec383c861d5d790" providerId="LiveId" clId="{FC6C8019-091D-4D73-AB18-8708F57A129F}" dt="2025-10-26T03:35:03.067" v="28773" actId="1036"/>
          <ac:graphicFrameMkLst>
            <pc:docMk/>
            <pc:sldMk cId="3211966895" sldId="1809"/>
            <ac:graphicFrameMk id="9" creationId="{47587C1F-3F6B-A996-67A6-08920D281A85}"/>
          </ac:graphicFrameMkLst>
        </pc:graphicFrameChg>
      </pc:sldChg>
      <pc:sldChg chg="addSp delSp modSp new del mod">
        <pc:chgData name="正行 高山" userId="2ec383c861d5d790" providerId="LiveId" clId="{FC6C8019-091D-4D73-AB18-8708F57A129F}" dt="2025-11-01T09:16:51.885" v="36961" actId="47"/>
        <pc:sldMkLst>
          <pc:docMk/>
          <pc:sldMk cId="599335841" sldId="1810"/>
        </pc:sldMkLst>
        <pc:spChg chg="mod">
          <ac:chgData name="正行 高山" userId="2ec383c861d5d790" providerId="LiveId" clId="{FC6C8019-091D-4D73-AB18-8708F57A129F}" dt="2025-10-26T06:22:38.974" v="33626" actId="20577"/>
          <ac:spMkLst>
            <pc:docMk/>
            <pc:sldMk cId="599335841" sldId="1810"/>
            <ac:spMk id="2" creationId="{EEE1D69B-3BD4-8513-7410-9B43CF276044}"/>
          </ac:spMkLst>
        </pc:spChg>
        <pc:spChg chg="add mod">
          <ac:chgData name="正行 高山" userId="2ec383c861d5d790" providerId="LiveId" clId="{FC6C8019-091D-4D73-AB18-8708F57A129F}" dt="2025-10-26T06:23:10.953" v="33646" actId="20577"/>
          <ac:spMkLst>
            <pc:docMk/>
            <pc:sldMk cId="599335841" sldId="1810"/>
            <ac:spMk id="9" creationId="{EE5DD0BB-5D80-FA96-758A-DBF4FFCB575E}"/>
          </ac:spMkLst>
        </pc:spChg>
        <pc:graphicFrameChg chg="add mod">
          <ac:chgData name="正行 高山" userId="2ec383c861d5d790" providerId="LiveId" clId="{FC6C8019-091D-4D73-AB18-8708F57A129F}" dt="2025-10-26T06:22:51.931" v="33642" actId="1035"/>
          <ac:graphicFrameMkLst>
            <pc:docMk/>
            <pc:sldMk cId="599335841" sldId="1810"/>
            <ac:graphicFrameMk id="8" creationId="{CD11DE18-91FC-356D-9233-80BDB939E692}"/>
          </ac:graphicFrameMkLst>
        </pc:graphicFrameChg>
      </pc:sldChg>
      <pc:sldChg chg="addSp delSp modSp new del mod">
        <pc:chgData name="正行 高山" userId="2ec383c861d5d790" providerId="LiveId" clId="{FC6C8019-091D-4D73-AB18-8708F57A129F}" dt="2025-11-01T09:16:51.885" v="36961" actId="47"/>
        <pc:sldMkLst>
          <pc:docMk/>
          <pc:sldMk cId="2019018241" sldId="1811"/>
        </pc:sldMkLst>
        <pc:spChg chg="mod">
          <ac:chgData name="正行 高山" userId="2ec383c861d5d790" providerId="LiveId" clId="{FC6C8019-091D-4D73-AB18-8708F57A129F}" dt="2025-10-26T06:20:33.360" v="33597" actId="20577"/>
          <ac:spMkLst>
            <pc:docMk/>
            <pc:sldMk cId="2019018241" sldId="1811"/>
            <ac:spMk id="2" creationId="{A13445F9-97C9-E734-FD82-0DDAD73369A2}"/>
          </ac:spMkLst>
        </pc:spChg>
        <pc:spChg chg="mod">
          <ac:chgData name="正行 高山" userId="2ec383c861d5d790" providerId="LiveId" clId="{FC6C8019-091D-4D73-AB18-8708F57A129F}" dt="2025-10-19T14:53:50.055" v="21807"/>
          <ac:spMkLst>
            <pc:docMk/>
            <pc:sldMk cId="2019018241" sldId="1811"/>
            <ac:spMk id="6" creationId="{F4D362A2-1615-6099-C280-8704861A8A6A}"/>
          </ac:spMkLst>
        </pc:spChg>
        <pc:spChg chg="mod">
          <ac:chgData name="正行 高山" userId="2ec383c861d5d790" providerId="LiveId" clId="{FC6C8019-091D-4D73-AB18-8708F57A129F}" dt="2025-10-26T06:18:28.506" v="33571" actId="20577"/>
          <ac:spMkLst>
            <pc:docMk/>
            <pc:sldMk cId="2019018241" sldId="1811"/>
            <ac:spMk id="8" creationId="{B9D0FFDE-72DE-E107-6800-45EE0CD9E8FF}"/>
          </ac:spMkLst>
        </pc:spChg>
        <pc:spChg chg="mod">
          <ac:chgData name="正行 高山" userId="2ec383c861d5d790" providerId="LiveId" clId="{FC6C8019-091D-4D73-AB18-8708F57A129F}" dt="2025-10-19T14:53:50.055" v="21807"/>
          <ac:spMkLst>
            <pc:docMk/>
            <pc:sldMk cId="2019018241" sldId="1811"/>
            <ac:spMk id="10" creationId="{8A974E4E-7F69-4389-C58D-D871A233542B}"/>
          </ac:spMkLst>
        </pc:spChg>
        <pc:spChg chg="mod">
          <ac:chgData name="正行 高山" userId="2ec383c861d5d790" providerId="LiveId" clId="{FC6C8019-091D-4D73-AB18-8708F57A129F}" dt="2025-10-19T14:53:50.055" v="21807"/>
          <ac:spMkLst>
            <pc:docMk/>
            <pc:sldMk cId="2019018241" sldId="1811"/>
            <ac:spMk id="12" creationId="{09E881C9-8277-7A10-3B90-9FBDE9E7E444}"/>
          </ac:spMkLst>
        </pc:spChg>
        <pc:spChg chg="mod">
          <ac:chgData name="正行 高山" userId="2ec383c861d5d790" providerId="LiveId" clId="{FC6C8019-091D-4D73-AB18-8708F57A129F}" dt="2025-10-19T14:53:50.055" v="21807"/>
          <ac:spMkLst>
            <pc:docMk/>
            <pc:sldMk cId="2019018241" sldId="1811"/>
            <ac:spMk id="14" creationId="{197E1B51-C7CF-2490-55B4-30D4934DAE74}"/>
          </ac:spMkLst>
        </pc:spChg>
        <pc:spChg chg="mod">
          <ac:chgData name="正行 高山" userId="2ec383c861d5d790" providerId="LiveId" clId="{FC6C8019-091D-4D73-AB18-8708F57A129F}" dt="2025-10-19T14:53:50.055" v="21807"/>
          <ac:spMkLst>
            <pc:docMk/>
            <pc:sldMk cId="2019018241" sldId="1811"/>
            <ac:spMk id="15" creationId="{606CBF44-6A0F-8502-344D-C7221C95A3E3}"/>
          </ac:spMkLst>
        </pc:spChg>
        <pc:spChg chg="mod">
          <ac:chgData name="正行 高山" userId="2ec383c861d5d790" providerId="LiveId" clId="{FC6C8019-091D-4D73-AB18-8708F57A129F}" dt="2025-10-19T14:53:50.055" v="21807"/>
          <ac:spMkLst>
            <pc:docMk/>
            <pc:sldMk cId="2019018241" sldId="1811"/>
            <ac:spMk id="19" creationId="{31953828-FF84-9B43-B454-98E0DB16EB3C}"/>
          </ac:spMkLst>
        </pc:spChg>
        <pc:spChg chg="mod">
          <ac:chgData name="正行 高山" userId="2ec383c861d5d790" providerId="LiveId" clId="{FC6C8019-091D-4D73-AB18-8708F57A129F}" dt="2025-10-19T14:53:50.055" v="21807"/>
          <ac:spMkLst>
            <pc:docMk/>
            <pc:sldMk cId="2019018241" sldId="1811"/>
            <ac:spMk id="23" creationId="{A87A6EC0-F786-60C0-0F27-A89A371880B8}"/>
          </ac:spMkLst>
        </pc:spChg>
        <pc:spChg chg="mod">
          <ac:chgData name="正行 高山" userId="2ec383c861d5d790" providerId="LiveId" clId="{FC6C8019-091D-4D73-AB18-8708F57A129F}" dt="2025-10-19T14:53:50.055" v="21807"/>
          <ac:spMkLst>
            <pc:docMk/>
            <pc:sldMk cId="2019018241" sldId="1811"/>
            <ac:spMk id="27" creationId="{46550067-8200-F4E5-337D-7B5A4E216291}"/>
          </ac:spMkLst>
        </pc:spChg>
        <pc:spChg chg="mod">
          <ac:chgData name="正行 高山" userId="2ec383c861d5d790" providerId="LiveId" clId="{FC6C8019-091D-4D73-AB18-8708F57A129F}" dt="2025-10-19T14:53:50.055" v="21807"/>
          <ac:spMkLst>
            <pc:docMk/>
            <pc:sldMk cId="2019018241" sldId="1811"/>
            <ac:spMk id="29" creationId="{D03F2579-5537-853B-233A-3196F1D8EAA3}"/>
          </ac:spMkLst>
        </pc:spChg>
        <pc:spChg chg="add mod">
          <ac:chgData name="正行 高山" userId="2ec383c861d5d790" providerId="LiveId" clId="{FC6C8019-091D-4D73-AB18-8708F57A129F}" dt="2025-10-26T06:21:07.899" v="33624" actId="1076"/>
          <ac:spMkLst>
            <pc:docMk/>
            <pc:sldMk cId="2019018241" sldId="1811"/>
            <ac:spMk id="31" creationId="{0091D536-2ABC-3D21-306F-5B738E9B81F3}"/>
          </ac:spMkLst>
        </pc:spChg>
        <pc:spChg chg="mod">
          <ac:chgData name="正行 高山" userId="2ec383c861d5d790" providerId="LiveId" clId="{FC6C8019-091D-4D73-AB18-8708F57A129F}" dt="2025-10-26T06:20:50.437" v="33621" actId="1035"/>
          <ac:spMkLst>
            <pc:docMk/>
            <pc:sldMk cId="2019018241" sldId="1811"/>
            <ac:spMk id="33" creationId="{EC4B49E3-2645-9656-960C-DF7BC0DCB47F}"/>
          </ac:spMkLst>
        </pc:spChg>
        <pc:grpChg chg="mod">
          <ac:chgData name="正行 高山" userId="2ec383c861d5d790" providerId="LiveId" clId="{FC6C8019-091D-4D73-AB18-8708F57A129F}" dt="2025-10-26T06:20:50.437" v="33621" actId="1035"/>
          <ac:grpSpMkLst>
            <pc:docMk/>
            <pc:sldMk cId="2019018241" sldId="1811"/>
            <ac:grpSpMk id="5" creationId="{D04DA1F4-9213-A224-6780-8A3F5C71FE8C}"/>
          </ac:grpSpMkLst>
        </pc:grpChg>
        <pc:cxnChg chg="mod">
          <ac:chgData name="正行 高山" userId="2ec383c861d5d790" providerId="LiveId" clId="{FC6C8019-091D-4D73-AB18-8708F57A129F}" dt="2025-10-26T06:20:50.437" v="33621" actId="1035"/>
          <ac:cxnSpMkLst>
            <pc:docMk/>
            <pc:sldMk cId="2019018241" sldId="1811"/>
            <ac:cxnSpMk id="32" creationId="{72A1BEDA-C518-DFB6-E2B6-4802A9F31270}"/>
          </ac:cxnSpMkLst>
        </pc:cxnChg>
      </pc:sldChg>
      <pc:sldChg chg="addSp delSp modSp new del mod">
        <pc:chgData name="正行 高山" userId="2ec383c861d5d790" providerId="LiveId" clId="{FC6C8019-091D-4D73-AB18-8708F57A129F}" dt="2025-11-01T09:16:51.885" v="36961" actId="47"/>
        <pc:sldMkLst>
          <pc:docMk/>
          <pc:sldMk cId="3447847863" sldId="1812"/>
        </pc:sldMkLst>
        <pc:spChg chg="mod">
          <ac:chgData name="正行 高山" userId="2ec383c861d5d790" providerId="LiveId" clId="{FC6C8019-091D-4D73-AB18-8708F57A129F}" dt="2025-10-26T07:13:29.621" v="33789" actId="20577"/>
          <ac:spMkLst>
            <pc:docMk/>
            <pc:sldMk cId="3447847863" sldId="1812"/>
            <ac:spMk id="2" creationId="{DEC30FAC-2EFB-E329-B2AE-73FC118F7CA1}"/>
          </ac:spMkLst>
        </pc:spChg>
        <pc:spChg chg="add mod">
          <ac:chgData name="正行 高山" userId="2ec383c861d5d790" providerId="LiveId" clId="{FC6C8019-091D-4D73-AB18-8708F57A129F}" dt="2025-10-26T03:33:09.122" v="28692" actId="1035"/>
          <ac:spMkLst>
            <pc:docMk/>
            <pc:sldMk cId="3447847863" sldId="1812"/>
            <ac:spMk id="6" creationId="{3424ACA2-7BC6-8A29-581E-AA668AE52E02}"/>
          </ac:spMkLst>
        </pc:spChg>
        <pc:spChg chg="add mod">
          <ac:chgData name="正行 高山" userId="2ec383c861d5d790" providerId="LiveId" clId="{FC6C8019-091D-4D73-AB18-8708F57A129F}" dt="2025-10-26T07:12:45.571" v="33647" actId="1076"/>
          <ac:spMkLst>
            <pc:docMk/>
            <pc:sldMk cId="3447847863" sldId="1812"/>
            <ac:spMk id="7" creationId="{13237472-680A-6F98-B999-7BE6B142D7FD}"/>
          </ac:spMkLst>
        </pc:spChg>
        <pc:spChg chg="add mod">
          <ac:chgData name="正行 高山" userId="2ec383c861d5d790" providerId="LiveId" clId="{FC6C8019-091D-4D73-AB18-8708F57A129F}" dt="2025-10-26T03:33:25.007" v="28717" actId="1035"/>
          <ac:spMkLst>
            <pc:docMk/>
            <pc:sldMk cId="3447847863" sldId="1812"/>
            <ac:spMk id="8" creationId="{7C9F7513-90E1-A4EF-BD88-01C3133DA8E2}"/>
          </ac:spMkLst>
        </pc:spChg>
        <pc:spChg chg="add mod">
          <ac:chgData name="正行 高山" userId="2ec383c861d5d790" providerId="LiveId" clId="{FC6C8019-091D-4D73-AB18-8708F57A129F}" dt="2025-10-26T03:33:35.060" v="28731" actId="1076"/>
          <ac:spMkLst>
            <pc:docMk/>
            <pc:sldMk cId="3447847863" sldId="1812"/>
            <ac:spMk id="12" creationId="{6C24C75F-180E-9761-224B-AFFAD3DAB61E}"/>
          </ac:spMkLst>
        </pc:spChg>
        <pc:spChg chg="add mod">
          <ac:chgData name="正行 高山" userId="2ec383c861d5d790" providerId="LiveId" clId="{FC6C8019-091D-4D73-AB18-8708F57A129F}" dt="2025-10-26T03:33:58.199" v="28740" actId="20577"/>
          <ac:spMkLst>
            <pc:docMk/>
            <pc:sldMk cId="3447847863" sldId="1812"/>
            <ac:spMk id="13" creationId="{C37EFBDB-41D2-1A46-9173-4F1EB52A0260}"/>
          </ac:spMkLst>
        </pc:spChg>
        <pc:spChg chg="add mod">
          <ac:chgData name="正行 高山" userId="2ec383c861d5d790" providerId="LiveId" clId="{FC6C8019-091D-4D73-AB18-8708F57A129F}" dt="2025-10-26T07:13:11.936" v="33739" actId="20577"/>
          <ac:spMkLst>
            <pc:docMk/>
            <pc:sldMk cId="3447847863" sldId="1812"/>
            <ac:spMk id="14" creationId="{4A8AAA8C-5103-1063-EE8A-228B113A0D3D}"/>
          </ac:spMkLst>
        </pc:spChg>
        <pc:grpChg chg="mod">
          <ac:chgData name="正行 高山" userId="2ec383c861d5d790" providerId="LiveId" clId="{FC6C8019-091D-4D73-AB18-8708F57A129F}" dt="2025-10-26T03:33:31.904" v="28730" actId="1035"/>
          <ac:grpSpMkLst>
            <pc:docMk/>
            <pc:sldMk cId="3447847863" sldId="1812"/>
            <ac:grpSpMk id="9" creationId="{B7675E5E-C9C3-C9A7-34D1-E1289E899C2E}"/>
          </ac:grpSpMkLst>
        </pc:grpChg>
        <pc:graphicFrameChg chg="add mod">
          <ac:chgData name="正行 高山" userId="2ec383c861d5d790" providerId="LiveId" clId="{FC6C8019-091D-4D73-AB18-8708F57A129F}" dt="2025-10-26T03:33:14.630" v="28711" actId="1035"/>
          <ac:graphicFrameMkLst>
            <pc:docMk/>
            <pc:sldMk cId="3447847863" sldId="1812"/>
            <ac:graphicFrameMk id="5" creationId="{385A350A-D331-F598-08C7-3C5224AEDC65}"/>
          </ac:graphicFrameMkLst>
        </pc:graphicFrameChg>
        <pc:picChg chg="mod">
          <ac:chgData name="正行 高山" userId="2ec383c861d5d790" providerId="LiveId" clId="{FC6C8019-091D-4D73-AB18-8708F57A129F}" dt="2025-10-19T15:02:33.680" v="21854"/>
          <ac:picMkLst>
            <pc:docMk/>
            <pc:sldMk cId="3447847863" sldId="1812"/>
            <ac:picMk id="10" creationId="{8DA15175-2ACF-0040-3C3E-610473CB5144}"/>
          </ac:picMkLst>
        </pc:picChg>
        <pc:picChg chg="mod">
          <ac:chgData name="正行 高山" userId="2ec383c861d5d790" providerId="LiveId" clId="{FC6C8019-091D-4D73-AB18-8708F57A129F}" dt="2025-10-19T15:02:33.680" v="21854"/>
          <ac:picMkLst>
            <pc:docMk/>
            <pc:sldMk cId="3447847863" sldId="1812"/>
            <ac:picMk id="11" creationId="{FEAD7DA1-A29D-7DBA-347A-8A4EC3E29CEE}"/>
          </ac:picMkLst>
        </pc:picChg>
      </pc:sldChg>
      <pc:sldChg chg="addSp modSp new del mod">
        <pc:chgData name="正行 高山" userId="2ec383c861d5d790" providerId="LiveId" clId="{FC6C8019-091D-4D73-AB18-8708F57A129F}" dt="2025-11-01T09:16:51.885" v="36961" actId="47"/>
        <pc:sldMkLst>
          <pc:docMk/>
          <pc:sldMk cId="4093034638" sldId="1813"/>
        </pc:sldMkLst>
        <pc:spChg chg="mod">
          <ac:chgData name="正行 高山" userId="2ec383c861d5d790" providerId="LiveId" clId="{FC6C8019-091D-4D73-AB18-8708F57A129F}" dt="2025-10-26T07:14:08.305" v="33862" actId="20577"/>
          <ac:spMkLst>
            <pc:docMk/>
            <pc:sldMk cId="4093034638" sldId="1813"/>
            <ac:spMk id="2" creationId="{C41BC68D-6FB1-D7DC-DC17-5296999942DD}"/>
          </ac:spMkLst>
        </pc:spChg>
        <pc:spChg chg="mod">
          <ac:chgData name="正行 高山" userId="2ec383c861d5d790" providerId="LiveId" clId="{FC6C8019-091D-4D73-AB18-8708F57A129F}" dt="2025-10-19T15:03:11.355" v="21882" actId="1035"/>
          <ac:spMkLst>
            <pc:docMk/>
            <pc:sldMk cId="4093034638" sldId="1813"/>
            <ac:spMk id="4" creationId="{0F1DAB61-5561-964D-BF16-81DA43CC85E1}"/>
          </ac:spMkLst>
        </pc:spChg>
        <pc:spChg chg="mod">
          <ac:chgData name="正行 高山" userId="2ec383c861d5d790" providerId="LiveId" clId="{FC6C8019-091D-4D73-AB18-8708F57A129F}" dt="2025-10-26T06:19:33.867" v="33581" actId="20577"/>
          <ac:spMkLst>
            <pc:docMk/>
            <pc:sldMk cId="4093034638" sldId="1813"/>
            <ac:spMk id="5" creationId="{5CE41941-9225-762B-FDE3-63EF7823B335}"/>
          </ac:spMkLst>
        </pc:spChg>
        <pc:spChg chg="add mod">
          <ac:chgData name="正行 高山" userId="2ec383c861d5d790" providerId="LiveId" clId="{FC6C8019-091D-4D73-AB18-8708F57A129F}" dt="2025-10-26T06:19:23.093" v="33579" actId="1035"/>
          <ac:spMkLst>
            <pc:docMk/>
            <pc:sldMk cId="4093034638" sldId="1813"/>
            <ac:spMk id="7" creationId="{3AB16BB0-E16F-1A52-45DB-693DFA2603D9}"/>
          </ac:spMkLst>
        </pc:spChg>
        <pc:spChg chg="mod">
          <ac:chgData name="正行 高山" userId="2ec383c861d5d790" providerId="LiveId" clId="{FC6C8019-091D-4D73-AB18-8708F57A129F}" dt="2025-10-26T06:19:23.093" v="33579" actId="1035"/>
          <ac:spMkLst>
            <pc:docMk/>
            <pc:sldMk cId="4093034638" sldId="1813"/>
            <ac:spMk id="8" creationId="{7084B748-47A5-E543-0DA8-F9025C0F7700}"/>
          </ac:spMkLst>
        </pc:spChg>
        <pc:spChg chg="add mod">
          <ac:chgData name="正行 高山" userId="2ec383c861d5d790" providerId="LiveId" clId="{FC6C8019-091D-4D73-AB18-8708F57A129F}" dt="2025-10-26T06:20:04.256" v="33589" actId="1076"/>
          <ac:spMkLst>
            <pc:docMk/>
            <pc:sldMk cId="4093034638" sldId="1813"/>
            <ac:spMk id="9" creationId="{28A942C4-4590-C4C3-7034-382CC5CFBB8B}"/>
          </ac:spMkLst>
        </pc:spChg>
        <pc:spChg chg="mod">
          <ac:chgData name="正行 高山" userId="2ec383c861d5d790" providerId="LiveId" clId="{FC6C8019-091D-4D73-AB18-8708F57A129F}" dt="2025-10-19T15:02:56.613" v="21857"/>
          <ac:spMkLst>
            <pc:docMk/>
            <pc:sldMk cId="4093034638" sldId="1813"/>
            <ac:spMk id="12" creationId="{28DA8FA4-A816-A4C1-3EC5-578B23D3ED58}"/>
          </ac:spMkLst>
        </pc:spChg>
        <pc:spChg chg="mod">
          <ac:chgData name="正行 高山" userId="2ec383c861d5d790" providerId="LiveId" clId="{FC6C8019-091D-4D73-AB18-8708F57A129F}" dt="2025-10-19T15:02:56.613" v="21857"/>
          <ac:spMkLst>
            <pc:docMk/>
            <pc:sldMk cId="4093034638" sldId="1813"/>
            <ac:spMk id="13" creationId="{2112CE31-7CB1-1939-CE09-344AA6D2EAEA}"/>
          </ac:spMkLst>
        </pc:spChg>
        <pc:spChg chg="mod">
          <ac:chgData name="正行 高山" userId="2ec383c861d5d790" providerId="LiveId" clId="{FC6C8019-091D-4D73-AB18-8708F57A129F}" dt="2025-10-19T15:02:56.613" v="21857"/>
          <ac:spMkLst>
            <pc:docMk/>
            <pc:sldMk cId="4093034638" sldId="1813"/>
            <ac:spMk id="14" creationId="{F0D89EEC-F4C1-1139-558E-D8741986D3C9}"/>
          </ac:spMkLst>
        </pc:spChg>
        <pc:spChg chg="mod">
          <ac:chgData name="正行 高山" userId="2ec383c861d5d790" providerId="LiveId" clId="{FC6C8019-091D-4D73-AB18-8708F57A129F}" dt="2025-10-19T15:02:56.613" v="21857"/>
          <ac:spMkLst>
            <pc:docMk/>
            <pc:sldMk cId="4093034638" sldId="1813"/>
            <ac:spMk id="16" creationId="{4B6FF933-92FE-8599-D00A-77CD44F39598}"/>
          </ac:spMkLst>
        </pc:spChg>
        <pc:spChg chg="mod">
          <ac:chgData name="正行 高山" userId="2ec383c861d5d790" providerId="LiveId" clId="{FC6C8019-091D-4D73-AB18-8708F57A129F}" dt="2025-10-19T15:02:56.613" v="21857"/>
          <ac:spMkLst>
            <pc:docMk/>
            <pc:sldMk cId="4093034638" sldId="1813"/>
            <ac:spMk id="17" creationId="{5320F644-2016-0475-EB8B-E4E97E2FACA2}"/>
          </ac:spMkLst>
        </pc:spChg>
        <pc:spChg chg="add mod">
          <ac:chgData name="正行 高山" userId="2ec383c861d5d790" providerId="LiveId" clId="{FC6C8019-091D-4D73-AB18-8708F57A129F}" dt="2025-10-26T06:19:58.387" v="33588" actId="403"/>
          <ac:spMkLst>
            <pc:docMk/>
            <pc:sldMk cId="4093034638" sldId="1813"/>
            <ac:spMk id="18" creationId="{999AA5FA-D9B2-6B79-E4B6-72C118838EA1}"/>
          </ac:spMkLst>
        </pc:spChg>
        <pc:spChg chg="add mod">
          <ac:chgData name="正行 高山" userId="2ec383c861d5d790" providerId="LiveId" clId="{FC6C8019-091D-4D73-AB18-8708F57A129F}" dt="2025-10-19T15:03:11.355" v="21882" actId="1035"/>
          <ac:spMkLst>
            <pc:docMk/>
            <pc:sldMk cId="4093034638" sldId="1813"/>
            <ac:spMk id="19" creationId="{15472883-D1DB-FBD8-DF9D-0CE8EF05A211}"/>
          </ac:spMkLst>
        </pc:spChg>
        <pc:spChg chg="mod">
          <ac:chgData name="正行 高山" userId="2ec383c861d5d790" providerId="LiveId" clId="{FC6C8019-091D-4D73-AB18-8708F57A129F}" dt="2025-10-26T06:19:55.789" v="33587" actId="1076"/>
          <ac:spMkLst>
            <pc:docMk/>
            <pc:sldMk cId="4093034638" sldId="1813"/>
            <ac:spMk id="20" creationId="{F6DFF78B-B641-550D-3F91-E25C80ECC70E}"/>
          </ac:spMkLst>
        </pc:spChg>
        <pc:spChg chg="add mod">
          <ac:chgData name="正行 高山" userId="2ec383c861d5d790" providerId="LiveId" clId="{FC6C8019-091D-4D73-AB18-8708F57A129F}" dt="2025-10-26T06:19:23.093" v="33579" actId="1035"/>
          <ac:spMkLst>
            <pc:docMk/>
            <pc:sldMk cId="4093034638" sldId="1813"/>
            <ac:spMk id="21" creationId="{3D619B6D-28F3-2FE5-7EEE-1A0FF379B4A6}"/>
          </ac:spMkLst>
        </pc:spChg>
        <pc:grpChg chg="mod">
          <ac:chgData name="正行 高山" userId="2ec383c861d5d790" providerId="LiveId" clId="{FC6C8019-091D-4D73-AB18-8708F57A129F}" dt="2025-10-26T06:19:23.093" v="33579" actId="1035"/>
          <ac:grpSpMkLst>
            <pc:docMk/>
            <pc:sldMk cId="4093034638" sldId="1813"/>
            <ac:grpSpMk id="10" creationId="{93ACB399-7073-A132-1F9A-2C36547CC07E}"/>
          </ac:grpSpMkLst>
        </pc:grpChg>
        <pc:graphicFrameChg chg="mod">
          <ac:chgData name="正行 高山" userId="2ec383c861d5d790" providerId="LiveId" clId="{FC6C8019-091D-4D73-AB18-8708F57A129F}" dt="2025-10-26T06:19:23.093" v="33579" actId="1035"/>
          <ac:graphicFrameMkLst>
            <pc:docMk/>
            <pc:sldMk cId="4093034638" sldId="1813"/>
            <ac:graphicFrameMk id="6" creationId="{07EE662A-72D3-F419-897D-4064FE2D41F7}"/>
          </ac:graphicFrameMkLst>
        </pc:graphicFrameChg>
      </pc:sldChg>
      <pc:sldChg chg="addSp modSp new mod">
        <pc:chgData name="正行 高山" userId="2ec383c861d5d790" providerId="LiveId" clId="{FC6C8019-091D-4D73-AB18-8708F57A129F}" dt="2025-11-01T09:04:26.509" v="36568" actId="20577"/>
        <pc:sldMkLst>
          <pc:docMk/>
          <pc:sldMk cId="872999373" sldId="1814"/>
        </pc:sldMkLst>
        <pc:spChg chg="mod">
          <ac:chgData name="正行 高山" userId="2ec383c861d5d790" providerId="LiveId" clId="{FC6C8019-091D-4D73-AB18-8708F57A129F}" dt="2025-10-20T08:57:18.570" v="24862" actId="20577"/>
          <ac:spMkLst>
            <pc:docMk/>
            <pc:sldMk cId="872999373" sldId="1814"/>
            <ac:spMk id="2" creationId="{18F84093-EBDF-F351-6B23-AD809FD89C61}"/>
          </ac:spMkLst>
        </pc:spChg>
        <pc:spChg chg="add mod">
          <ac:chgData name="正行 高山" userId="2ec383c861d5d790" providerId="LiveId" clId="{FC6C8019-091D-4D73-AB18-8708F57A129F}" dt="2025-11-01T09:04:26.509" v="36568" actId="20577"/>
          <ac:spMkLst>
            <pc:docMk/>
            <pc:sldMk cId="872999373" sldId="1814"/>
            <ac:spMk id="4" creationId="{79018AB0-FC3A-71FF-3A29-DF18C3680142}"/>
          </ac:spMkLst>
        </pc:spChg>
        <pc:spChg chg="add mod">
          <ac:chgData name="正行 高山" userId="2ec383c861d5d790" providerId="LiveId" clId="{FC6C8019-091D-4D73-AB18-8708F57A129F}" dt="2025-11-01T09:03:55.741" v="36505" actId="1076"/>
          <ac:spMkLst>
            <pc:docMk/>
            <pc:sldMk cId="872999373" sldId="1814"/>
            <ac:spMk id="7" creationId="{452CE78C-7830-30E4-56EF-CC88C1463326}"/>
          </ac:spMkLst>
        </pc:spChg>
      </pc:sldChg>
      <pc:sldChg chg="modSp new mod">
        <pc:chgData name="正行 高山" userId="2ec383c861d5d790" providerId="LiveId" clId="{FC6C8019-091D-4D73-AB18-8708F57A129F}" dt="2025-10-25T07:24:54.001" v="25344" actId="20577"/>
        <pc:sldMkLst>
          <pc:docMk/>
          <pc:sldMk cId="1630437305" sldId="1815"/>
        </pc:sldMkLst>
        <pc:spChg chg="mod">
          <ac:chgData name="正行 高山" userId="2ec383c861d5d790" providerId="LiveId" clId="{FC6C8019-091D-4D73-AB18-8708F57A129F}" dt="2025-10-25T07:24:54.001" v="25344" actId="20577"/>
          <ac:spMkLst>
            <pc:docMk/>
            <pc:sldMk cId="1630437305" sldId="1815"/>
            <ac:spMk id="4" creationId="{F3A09DB1-C79B-7961-C082-2ABEF462AB1F}"/>
          </ac:spMkLst>
        </pc:spChg>
      </pc:sldChg>
      <pc:sldChg chg="addSp delSp modSp add mod">
        <pc:chgData name="正行 高山" userId="2ec383c861d5d790" providerId="LiveId" clId="{FC6C8019-091D-4D73-AB18-8708F57A129F}" dt="2025-10-26T05:55:04.883" v="32063" actId="20577"/>
        <pc:sldMkLst>
          <pc:docMk/>
          <pc:sldMk cId="1393149396" sldId="1818"/>
        </pc:sldMkLst>
        <pc:spChg chg="add mod">
          <ac:chgData name="正行 高山" userId="2ec383c861d5d790" providerId="LiveId" clId="{FC6C8019-091D-4D73-AB18-8708F57A129F}" dt="2025-10-26T05:53:59.520" v="32041" actId="1035"/>
          <ac:spMkLst>
            <pc:docMk/>
            <pc:sldMk cId="1393149396" sldId="1818"/>
            <ac:spMk id="7" creationId="{7197F1D8-E7B9-0B72-3BB3-EE52C1163D55}"/>
          </ac:spMkLst>
        </pc:spChg>
        <pc:spChg chg="mod">
          <ac:chgData name="正行 高山" userId="2ec383c861d5d790" providerId="LiveId" clId="{FC6C8019-091D-4D73-AB18-8708F57A129F}" dt="2025-10-26T05:53:59.520" v="32041" actId="1035"/>
          <ac:spMkLst>
            <pc:docMk/>
            <pc:sldMk cId="1393149396" sldId="1818"/>
            <ac:spMk id="12" creationId="{E10759F4-30AD-2D87-8C76-A3EC0C108E5E}"/>
          </ac:spMkLst>
        </pc:spChg>
        <pc:spChg chg="mod">
          <ac:chgData name="正行 高山" userId="2ec383c861d5d790" providerId="LiveId" clId="{FC6C8019-091D-4D73-AB18-8708F57A129F}" dt="2025-10-26T05:55:04.883" v="32063" actId="20577"/>
          <ac:spMkLst>
            <pc:docMk/>
            <pc:sldMk cId="1393149396" sldId="1818"/>
            <ac:spMk id="13" creationId="{40C6D4FC-B48F-AC60-D04C-9DDE09150608}"/>
          </ac:spMkLst>
        </pc:spChg>
        <pc:spChg chg="mod">
          <ac:chgData name="正行 高山" userId="2ec383c861d5d790" providerId="LiveId" clId="{FC6C8019-091D-4D73-AB18-8708F57A129F}" dt="2025-10-26T05:49:56.988" v="31986" actId="20577"/>
          <ac:spMkLst>
            <pc:docMk/>
            <pc:sldMk cId="1393149396" sldId="1818"/>
            <ac:spMk id="17" creationId="{13DF7B44-2385-E235-FDBF-78CFD05669B8}"/>
          </ac:spMkLst>
        </pc:spChg>
        <pc:spChg chg="mod">
          <ac:chgData name="正行 高山" userId="2ec383c861d5d790" providerId="LiveId" clId="{FC6C8019-091D-4D73-AB18-8708F57A129F}" dt="2025-10-26T05:50:42.747" v="31994" actId="2711"/>
          <ac:spMkLst>
            <pc:docMk/>
            <pc:sldMk cId="1393149396" sldId="1818"/>
            <ac:spMk id="18" creationId="{6E0D79A8-E1E3-E1E1-722B-39AB6D9F49D8}"/>
          </ac:spMkLst>
        </pc:spChg>
        <pc:spChg chg="add del mod">
          <ac:chgData name="正行 高山" userId="2ec383c861d5d790" providerId="LiveId" clId="{FC6C8019-091D-4D73-AB18-8708F57A129F}" dt="2025-10-26T05:46:55.493" v="31953" actId="20577"/>
          <ac:spMkLst>
            <pc:docMk/>
            <pc:sldMk cId="1393149396" sldId="1818"/>
            <ac:spMk id="19" creationId="{846C17CD-2AD7-9E60-8A98-7BEF3CC8BFF4}"/>
          </ac:spMkLst>
        </pc:spChg>
      </pc:sldChg>
      <pc:sldChg chg="modSp new del mod">
        <pc:chgData name="正行 高山" userId="2ec383c861d5d790" providerId="LiveId" clId="{FC6C8019-091D-4D73-AB18-8708F57A129F}" dt="2025-11-01T09:12:27.418" v="36939" actId="47"/>
        <pc:sldMkLst>
          <pc:docMk/>
          <pc:sldMk cId="3361410355" sldId="1819"/>
        </pc:sldMkLst>
        <pc:spChg chg="mod">
          <ac:chgData name="正行 高山" userId="2ec383c861d5d790" providerId="LiveId" clId="{FC6C8019-091D-4D73-AB18-8708F57A129F}" dt="2025-11-01T09:11:51.160" v="36938" actId="20577"/>
          <ac:spMkLst>
            <pc:docMk/>
            <pc:sldMk cId="3361410355" sldId="1819"/>
            <ac:spMk id="2" creationId="{4B70E1C0-4D8D-1395-4CFF-7BF3AA25229F}"/>
          </ac:spMkLst>
        </pc:spChg>
      </pc:sldChg>
      <pc:sldMasterChg chg="delSldLayout">
        <pc:chgData name="正行 高山" userId="2ec383c861d5d790" providerId="LiveId" clId="{FC6C8019-091D-4D73-AB18-8708F57A129F}" dt="2025-11-01T09:16:51.885" v="36961" actId="47"/>
        <pc:sldMasterMkLst>
          <pc:docMk/>
          <pc:sldMasterMk cId="3196427095" sldId="2147483685"/>
        </pc:sldMasterMkLst>
        <pc:sldLayoutChg chg="del">
          <pc:chgData name="正行 高山" userId="2ec383c861d5d790" providerId="LiveId" clId="{FC6C8019-091D-4D73-AB18-8708F57A129F}" dt="2025-11-01T09:16:51.885" v="36961" actId="47"/>
          <pc:sldLayoutMkLst>
            <pc:docMk/>
            <pc:sldMasterMk cId="3196427095" sldId="2147483685"/>
            <pc:sldLayoutMk cId="2363893754" sldId="2147483688"/>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077739" cy="513428"/>
          </a:xfrm>
          <a:prstGeom prst="rect">
            <a:avLst/>
          </a:prstGeom>
        </p:spPr>
        <p:txBody>
          <a:bodyPr vert="horz" lIns="99057" tIns="49528" rIns="99057" bIns="49528" rtlCol="0"/>
          <a:lstStyle>
            <a:lvl1pPr algn="l">
              <a:defRPr sz="1300"/>
            </a:lvl1pPr>
          </a:lstStyle>
          <a:p>
            <a:endParaRPr kumimoji="1" lang="ja-JP" altLang="en-US"/>
          </a:p>
        </p:txBody>
      </p:sp>
      <p:sp>
        <p:nvSpPr>
          <p:cNvPr id="3" name="日付プレースホルダー 2"/>
          <p:cNvSpPr>
            <a:spLocks noGrp="1"/>
          </p:cNvSpPr>
          <p:nvPr>
            <p:ph type="dt" idx="1"/>
          </p:nvPr>
        </p:nvSpPr>
        <p:spPr>
          <a:xfrm>
            <a:off x="4023092" y="0"/>
            <a:ext cx="3077739" cy="513428"/>
          </a:xfrm>
          <a:prstGeom prst="rect">
            <a:avLst/>
          </a:prstGeom>
        </p:spPr>
        <p:txBody>
          <a:bodyPr vert="horz" lIns="99057" tIns="49528" rIns="99057" bIns="49528" rtlCol="0"/>
          <a:lstStyle>
            <a:lvl1pPr algn="r">
              <a:defRPr sz="1300"/>
            </a:lvl1pPr>
          </a:lstStyle>
          <a:p>
            <a:fld id="{55A8E884-C7E2-4466-96B0-42454D56EB91}" type="datetimeFigureOut">
              <a:rPr kumimoji="1" lang="ja-JP" altLang="en-US" smtClean="0"/>
              <a:t>2025/11/1</a:t>
            </a:fld>
            <a:endParaRPr kumimoji="1" lang="ja-JP" altLang="en-US"/>
          </a:p>
        </p:txBody>
      </p:sp>
      <p:sp>
        <p:nvSpPr>
          <p:cNvPr id="4" name="スライド イメージ プレースホルダー 3"/>
          <p:cNvSpPr>
            <a:spLocks noGrp="1" noRot="1" noChangeAspect="1"/>
          </p:cNvSpPr>
          <p:nvPr>
            <p:ph type="sldImg" idx="2"/>
          </p:nvPr>
        </p:nvSpPr>
        <p:spPr>
          <a:xfrm>
            <a:off x="1249363" y="1279525"/>
            <a:ext cx="4603750" cy="3452813"/>
          </a:xfrm>
          <a:prstGeom prst="rect">
            <a:avLst/>
          </a:prstGeom>
          <a:noFill/>
          <a:ln w="12700">
            <a:solidFill>
              <a:prstClr val="black"/>
            </a:solidFill>
          </a:ln>
        </p:spPr>
        <p:txBody>
          <a:bodyPr vert="horz" lIns="99057" tIns="49528" rIns="99057" bIns="49528" rtlCol="0" anchor="ctr"/>
          <a:lstStyle/>
          <a:p>
            <a:endParaRPr lang="ja-JP" altLang="en-US"/>
          </a:p>
        </p:txBody>
      </p:sp>
      <p:sp>
        <p:nvSpPr>
          <p:cNvPr id="5" name="ノート プレースホルダー 4"/>
          <p:cNvSpPr>
            <a:spLocks noGrp="1"/>
          </p:cNvSpPr>
          <p:nvPr>
            <p:ph type="body" sz="quarter" idx="3"/>
          </p:nvPr>
        </p:nvSpPr>
        <p:spPr>
          <a:xfrm>
            <a:off x="710248" y="4924643"/>
            <a:ext cx="5681980" cy="4029254"/>
          </a:xfrm>
          <a:prstGeom prst="rect">
            <a:avLst/>
          </a:prstGeom>
        </p:spPr>
        <p:txBody>
          <a:bodyPr vert="horz" lIns="99057" tIns="49528" rIns="99057" bIns="49528"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719598"/>
            <a:ext cx="3077739" cy="513427"/>
          </a:xfrm>
          <a:prstGeom prst="rect">
            <a:avLst/>
          </a:prstGeom>
        </p:spPr>
        <p:txBody>
          <a:bodyPr vert="horz" lIns="99057" tIns="49528" rIns="99057" bIns="49528"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4023092" y="9719598"/>
            <a:ext cx="3077739" cy="513427"/>
          </a:xfrm>
          <a:prstGeom prst="rect">
            <a:avLst/>
          </a:prstGeom>
        </p:spPr>
        <p:txBody>
          <a:bodyPr vert="horz" lIns="99057" tIns="49528" rIns="99057" bIns="49528" rtlCol="0" anchor="b"/>
          <a:lstStyle>
            <a:lvl1pPr algn="r">
              <a:defRPr sz="1300"/>
            </a:lvl1pPr>
          </a:lstStyle>
          <a:p>
            <a:fld id="{22B709D7-7B53-493F-81DF-2759313E67C6}" type="slidenum">
              <a:rPr kumimoji="1" lang="ja-JP" altLang="en-US" smtClean="0"/>
              <a:t>‹#›</a:t>
            </a:fld>
            <a:endParaRPr kumimoji="1" lang="ja-JP" altLang="en-US"/>
          </a:p>
        </p:txBody>
      </p:sp>
    </p:spTree>
    <p:extLst>
      <p:ext uri="{BB962C8B-B14F-4D97-AF65-F5344CB8AC3E}">
        <p14:creationId xmlns:p14="http://schemas.microsoft.com/office/powerpoint/2010/main" val="426313154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22B709D7-7B53-493F-81DF-2759313E67C6}" type="slidenum">
              <a:rPr kumimoji="1" lang="ja-JP" altLang="en-US" smtClean="0"/>
              <a:t>2</a:t>
            </a:fld>
            <a:endParaRPr kumimoji="1" lang="ja-JP" altLang="en-US"/>
          </a:p>
        </p:txBody>
      </p:sp>
    </p:spTree>
    <p:extLst>
      <p:ext uri="{BB962C8B-B14F-4D97-AF65-F5344CB8AC3E}">
        <p14:creationId xmlns:p14="http://schemas.microsoft.com/office/powerpoint/2010/main" val="972885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just"/>
            <a:endParaRPr lang="en-US" altLang="ja-JP" sz="1900" kern="100" dirty="0">
              <a:latin typeface="Century" panose="02040604050505020304" pitchFamily="18" charset="0"/>
              <a:ea typeface="ＭＳ 明朝" panose="02020609040205080304" pitchFamily="17" charset="-128"/>
              <a:cs typeface="Times New Roman" panose="02020603050405020304" pitchFamily="18" charset="0"/>
            </a:endParaRPr>
          </a:p>
        </p:txBody>
      </p:sp>
      <p:sp>
        <p:nvSpPr>
          <p:cNvPr id="4" name="スライド番号プレースホルダー 3"/>
          <p:cNvSpPr>
            <a:spLocks noGrp="1"/>
          </p:cNvSpPr>
          <p:nvPr>
            <p:ph type="sldNum" sz="quarter" idx="5"/>
          </p:nvPr>
        </p:nvSpPr>
        <p:spPr/>
        <p:txBody>
          <a:bodyPr/>
          <a:lstStyle/>
          <a:p>
            <a:pPr defTabSz="495285">
              <a:defRPr/>
            </a:pPr>
            <a:fld id="{22B709D7-7B53-493F-81DF-2759313E67C6}" type="slidenum">
              <a:rPr kumimoji="1" lang="ja-JP" altLang="en-US">
                <a:solidFill>
                  <a:prstClr val="black"/>
                </a:solidFill>
                <a:latin typeface="游ゴシック" panose="020F0502020204030204"/>
                <a:ea typeface="游ゴシック" panose="020B0400000000000000" pitchFamily="50" charset="-128"/>
              </a:rPr>
              <a:pPr defTabSz="495285">
                <a:defRPr/>
              </a:pPr>
              <a:t>14</a:t>
            </a:fld>
            <a:endParaRPr kumimoji="1" lang="ja-JP" altLang="en-US">
              <a:solidFill>
                <a:prstClr val="black"/>
              </a:solidFill>
              <a:latin typeface="游ゴシック" panose="020F0502020204030204"/>
              <a:ea typeface="游ゴシック" panose="020B0400000000000000" pitchFamily="50" charset="-128"/>
            </a:endParaRPr>
          </a:p>
        </p:txBody>
      </p:sp>
    </p:spTree>
    <p:extLst>
      <p:ext uri="{BB962C8B-B14F-4D97-AF65-F5344CB8AC3E}">
        <p14:creationId xmlns:p14="http://schemas.microsoft.com/office/powerpoint/2010/main" val="29896782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12"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1" y="1779952"/>
            <a:ext cx="1887538" cy="105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1" y="1779952"/>
            <a:ext cx="1887538" cy="105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Line 7"/>
          <p:cNvSpPr>
            <a:spLocks noChangeShapeType="1"/>
          </p:cNvSpPr>
          <p:nvPr/>
        </p:nvSpPr>
        <p:spPr bwMode="auto">
          <a:xfrm>
            <a:off x="909791" y="3191721"/>
            <a:ext cx="7978622" cy="0"/>
          </a:xfrm>
          <a:prstGeom prst="line">
            <a:avLst/>
          </a:prstGeom>
          <a:noFill/>
          <a:ln w="57150">
            <a:solidFill>
              <a:srgbClr val="99CCFF"/>
            </a:solidFill>
            <a:round/>
            <a:headEnd/>
            <a:tailEnd/>
          </a:ln>
          <a:extLst>
            <a:ext uri="{909E8E84-426E-40DD-AFC4-6F175D3DCCD1}">
              <a14:hiddenFill xmlns:a14="http://schemas.microsoft.com/office/drawing/2010/main">
                <a:noFill/>
              </a14:hiddenFill>
            </a:ext>
          </a:extLst>
        </p:spPr>
        <p:txBody>
          <a:bodyPr/>
          <a:lstStyle/>
          <a:p>
            <a:endParaRPr lang="ja-JP" altLang="en-US" dirty="0">
              <a:solidFill>
                <a:prstClr val="black"/>
              </a:solidFill>
              <a:ea typeface="Meiryo UI" panose="020B0604030504040204" pitchFamily="50" charset="-128"/>
            </a:endParaRPr>
          </a:p>
        </p:txBody>
      </p:sp>
      <p:sp>
        <p:nvSpPr>
          <p:cNvPr id="7" name="Line 9"/>
          <p:cNvSpPr>
            <a:spLocks noChangeShapeType="1"/>
          </p:cNvSpPr>
          <p:nvPr/>
        </p:nvSpPr>
        <p:spPr bwMode="auto">
          <a:xfrm>
            <a:off x="909788" y="3087388"/>
            <a:ext cx="7978623" cy="0"/>
          </a:xfrm>
          <a:prstGeom prst="line">
            <a:avLst/>
          </a:prstGeom>
          <a:noFill/>
          <a:ln w="57150" cmpd="sng">
            <a:solidFill>
              <a:srgbClr val="000090"/>
            </a:solidFill>
            <a:round/>
            <a:headEnd/>
            <a:tailEnd/>
          </a:ln>
          <a:effectLst/>
        </p:spPr>
        <p:txBody>
          <a:bodyPr/>
          <a:lstStyle/>
          <a:p>
            <a:pPr>
              <a:defRPr/>
            </a:pPr>
            <a:endParaRPr lang="ja-JP" altLang="en-US" dirty="0">
              <a:solidFill>
                <a:prstClr val="black"/>
              </a:solidFill>
              <a:latin typeface="Times New Roman" pitchFamily="18" charset="0"/>
              <a:ea typeface="Meiryo UI" panose="020B0604030504040204" pitchFamily="50" charset="-128"/>
            </a:endParaRPr>
          </a:p>
        </p:txBody>
      </p:sp>
      <p:sp>
        <p:nvSpPr>
          <p:cNvPr id="4098" name="Rectangle 2"/>
          <p:cNvSpPr>
            <a:spLocks noGrp="1" noChangeArrowheads="1"/>
          </p:cNvSpPr>
          <p:nvPr>
            <p:ph type="ctrTitle"/>
          </p:nvPr>
        </p:nvSpPr>
        <p:spPr>
          <a:xfrm>
            <a:off x="2375941" y="2070567"/>
            <a:ext cx="6512472" cy="768249"/>
          </a:xfrm>
          <a:prstGeom prst="rect">
            <a:avLst/>
          </a:prstGeom>
        </p:spPr>
        <p:txBody>
          <a:bodyPr/>
          <a:lstStyle>
            <a:lvl1pPr>
              <a:defRPr sz="3600"/>
            </a:lvl1pPr>
          </a:lstStyle>
          <a:p>
            <a:r>
              <a:rPr lang="ja-JP" altLang="en-US"/>
              <a:t>マスター タイトルの書式設定</a:t>
            </a:r>
            <a:endParaRPr lang="ja-JP" altLang="en-US" dirty="0"/>
          </a:p>
        </p:txBody>
      </p:sp>
      <p:sp>
        <p:nvSpPr>
          <p:cNvPr id="4099" name="Rectangle 3"/>
          <p:cNvSpPr>
            <a:spLocks noGrp="1" noChangeArrowheads="1"/>
          </p:cNvSpPr>
          <p:nvPr>
            <p:ph type="subTitle" idx="1"/>
          </p:nvPr>
        </p:nvSpPr>
        <p:spPr>
          <a:xfrm>
            <a:off x="2375947" y="4169147"/>
            <a:ext cx="6512471" cy="565879"/>
          </a:xfrm>
          <a:prstGeom prst="rect">
            <a:avLst/>
          </a:prstGeom>
        </p:spPr>
        <p:txBody>
          <a:bodyPr/>
          <a:lstStyle>
            <a:lvl1pPr marL="0" indent="0" algn="r">
              <a:buFont typeface="Times New Roman" pitchFamily="18" charset="0"/>
              <a:buNone/>
              <a:defRPr/>
            </a:lvl1pPr>
          </a:lstStyle>
          <a:p>
            <a:r>
              <a:rPr lang="ja-JP" altLang="en-US"/>
              <a:t>マスター サブタイトルの書式設定</a:t>
            </a:r>
          </a:p>
        </p:txBody>
      </p:sp>
      <p:sp>
        <p:nvSpPr>
          <p:cNvPr id="2" name="円弧 1"/>
          <p:cNvSpPr/>
          <p:nvPr/>
        </p:nvSpPr>
        <p:spPr>
          <a:xfrm rot="10800000">
            <a:off x="164001" y="1589727"/>
            <a:ext cx="1497661" cy="1497661"/>
          </a:xfrm>
          <a:prstGeom prst="arc">
            <a:avLst>
              <a:gd name="adj1" fmla="val 16200000"/>
              <a:gd name="adj2" fmla="val 5412827"/>
            </a:avLst>
          </a:prstGeom>
          <a:ln w="57150" cmpd="sng">
            <a:solidFill>
              <a:srgbClr val="00009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ja-JP" altLang="en-US">
              <a:solidFill>
                <a:prstClr val="black"/>
              </a:solidFill>
            </a:endParaRPr>
          </a:p>
        </p:txBody>
      </p:sp>
      <p:sp>
        <p:nvSpPr>
          <p:cNvPr id="13" name="円弧 12"/>
          <p:cNvSpPr/>
          <p:nvPr/>
        </p:nvSpPr>
        <p:spPr>
          <a:xfrm rot="10800000">
            <a:off x="164002" y="1694280"/>
            <a:ext cx="1497661" cy="1497661"/>
          </a:xfrm>
          <a:prstGeom prst="arc">
            <a:avLst>
              <a:gd name="adj1" fmla="val 16200000"/>
              <a:gd name="adj2" fmla="val 5412827"/>
            </a:avLst>
          </a:prstGeom>
          <a:ln w="57150" cmpd="sng">
            <a:solidFill>
              <a:srgbClr val="99CCFF"/>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ja-JP" altLang="en-US">
              <a:solidFill>
                <a:prstClr val="black"/>
              </a:solidFill>
            </a:endParaRPr>
          </a:p>
        </p:txBody>
      </p:sp>
    </p:spTree>
    <p:extLst>
      <p:ext uri="{BB962C8B-B14F-4D97-AF65-F5344CB8AC3E}">
        <p14:creationId xmlns:p14="http://schemas.microsoft.com/office/powerpoint/2010/main" val="1274237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sz="2400"/>
            </a:lvl1pPr>
          </a:lstStyle>
          <a:p>
            <a:r>
              <a:rPr kumimoji="1" lang="ja-JP" altLang="en-US" dirty="0"/>
              <a:t>マスター タイトルの書式設定</a:t>
            </a:r>
          </a:p>
        </p:txBody>
      </p:sp>
      <p:sp>
        <p:nvSpPr>
          <p:cNvPr id="5" name="スライド番号プレースホルダー 4"/>
          <p:cNvSpPr>
            <a:spLocks noGrp="1"/>
          </p:cNvSpPr>
          <p:nvPr>
            <p:ph type="sldNum" sz="quarter" idx="12"/>
          </p:nvPr>
        </p:nvSpPr>
        <p:spPr>
          <a:xfrm>
            <a:off x="8554971" y="6614160"/>
            <a:ext cx="589029" cy="243840"/>
          </a:xfrm>
          <a:prstGeom prst="rect">
            <a:avLst/>
          </a:prstGeom>
        </p:spPr>
        <p:txBody>
          <a:bodyPr/>
          <a:lstStyle>
            <a:lvl1pPr>
              <a:defRPr>
                <a:solidFill>
                  <a:schemeClr val="tx1">
                    <a:lumMod val="75000"/>
                    <a:lumOff val="25000"/>
                  </a:schemeClr>
                </a:solidFill>
              </a:defRPr>
            </a:lvl1pPr>
          </a:lstStyle>
          <a:p>
            <a:pPr fontAlgn="auto">
              <a:spcBef>
                <a:spcPts val="0"/>
              </a:spcBef>
              <a:spcAft>
                <a:spcPts val="0"/>
              </a:spcAft>
            </a:pPr>
            <a:fld id="{14672B03-F2D0-4851-B792-39C5CEFB63BA}" type="slidenum">
              <a:rPr lang="ja-JP" altLang="en-US" smtClean="0">
                <a:latin typeface="Meiryo UI"/>
                <a:ea typeface="Meiryo UI"/>
              </a:rPr>
              <a:pPr fontAlgn="auto">
                <a:spcBef>
                  <a:spcPts val="0"/>
                </a:spcBef>
                <a:spcAft>
                  <a:spcPts val="0"/>
                </a:spcAft>
              </a:pPr>
              <a:t>‹#›</a:t>
            </a:fld>
            <a:endParaRPr lang="ja-JP" altLang="en-US" dirty="0">
              <a:latin typeface="Meiryo UI"/>
              <a:ea typeface="Meiryo UI"/>
            </a:endParaRPr>
          </a:p>
        </p:txBody>
      </p:sp>
    </p:spTree>
    <p:extLst>
      <p:ext uri="{BB962C8B-B14F-4D97-AF65-F5344CB8AC3E}">
        <p14:creationId xmlns:p14="http://schemas.microsoft.com/office/powerpoint/2010/main" val="24121978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9"/>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85911" y="67569"/>
            <a:ext cx="1002702" cy="562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4"/>
          <p:cNvSpPr>
            <a:spLocks noGrp="1" noChangeArrowheads="1"/>
          </p:cNvSpPr>
          <p:nvPr>
            <p:ph type="dt" sz="half" idx="2"/>
          </p:nvPr>
        </p:nvSpPr>
        <p:spPr bwMode="auto">
          <a:xfrm>
            <a:off x="0" y="6660664"/>
            <a:ext cx="1905000" cy="19733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sz="1100">
                <a:latin typeface="+mn-ea"/>
                <a:ea typeface="+mn-ea"/>
                <a:cs typeface="+mn-cs"/>
              </a:defRPr>
            </a:lvl1pPr>
          </a:lstStyle>
          <a:p>
            <a:fld id="{B657A64E-8EC8-4F9C-A2AF-2186E43A3B0F}" type="datetime1">
              <a:rPr lang="en-US" altLang="ja-JP" smtClean="0">
                <a:solidFill>
                  <a:prstClr val="black"/>
                </a:solidFill>
              </a:rPr>
              <a:pPr/>
              <a:t>11/1/2025</a:t>
            </a:fld>
            <a:endParaRPr lang="ja-JP" altLang="en-US">
              <a:solidFill>
                <a:prstClr val="black"/>
              </a:solidFill>
            </a:endParaRPr>
          </a:p>
        </p:txBody>
      </p:sp>
      <p:sp>
        <p:nvSpPr>
          <p:cNvPr id="1031" name="Line 20"/>
          <p:cNvSpPr>
            <a:spLocks noChangeShapeType="1"/>
          </p:cNvSpPr>
          <p:nvPr/>
        </p:nvSpPr>
        <p:spPr bwMode="auto">
          <a:xfrm flipV="1">
            <a:off x="85751" y="719578"/>
            <a:ext cx="8629862" cy="0"/>
          </a:xfrm>
          <a:prstGeom prst="line">
            <a:avLst/>
          </a:prstGeom>
          <a:noFill/>
          <a:ln w="28575" cmpd="sng">
            <a:solidFill>
              <a:srgbClr val="99CCFF"/>
            </a:solidFill>
            <a:round/>
            <a:headEnd/>
            <a:tailEnd/>
          </a:ln>
          <a:extLst>
            <a:ext uri="{909E8E84-426E-40DD-AFC4-6F175D3DCCD1}">
              <a14:hiddenFill xmlns:a14="http://schemas.microsoft.com/office/drawing/2010/main">
                <a:noFill/>
              </a14:hiddenFill>
            </a:ext>
          </a:extLst>
        </p:spPr>
        <p:txBody>
          <a:bodyPr/>
          <a:lstStyle/>
          <a:p>
            <a:endParaRPr lang="ja-JP" altLang="en-US">
              <a:solidFill>
                <a:prstClr val="black"/>
              </a:solidFill>
              <a:latin typeface="Meiryo UI"/>
              <a:ea typeface="Meiryo UI"/>
              <a:cs typeface="Meiryo UI" panose="020B0604030504040204" pitchFamily="50" charset="-128"/>
            </a:endParaRPr>
          </a:p>
        </p:txBody>
      </p:sp>
      <p:sp>
        <p:nvSpPr>
          <p:cNvPr id="1042" name="Line 18"/>
          <p:cNvSpPr>
            <a:spLocks noChangeShapeType="1"/>
          </p:cNvSpPr>
          <p:nvPr/>
        </p:nvSpPr>
        <p:spPr bwMode="auto">
          <a:xfrm flipV="1">
            <a:off x="85009" y="671584"/>
            <a:ext cx="8630602" cy="0"/>
          </a:xfrm>
          <a:prstGeom prst="line">
            <a:avLst/>
          </a:prstGeom>
          <a:noFill/>
          <a:ln w="28575" cmpd="sng">
            <a:solidFill>
              <a:srgbClr val="000090"/>
            </a:solidFill>
            <a:round/>
            <a:headEnd/>
            <a:tailEnd/>
          </a:ln>
          <a:effectLst/>
        </p:spPr>
        <p:txBody>
          <a:bodyPr wrap="none" anchor="ctr"/>
          <a:lstStyle/>
          <a:p>
            <a:pPr>
              <a:defRPr/>
            </a:pPr>
            <a:endParaRPr lang="ja-JP" altLang="en-US">
              <a:solidFill>
                <a:prstClr val="black"/>
              </a:solidFill>
              <a:latin typeface="Meiryo UI"/>
              <a:ea typeface="Meiryo UI"/>
              <a:cs typeface="Meiryo UI" panose="020B0604030504040204" pitchFamily="50" charset="-128"/>
            </a:endParaRPr>
          </a:p>
        </p:txBody>
      </p:sp>
      <p:sp>
        <p:nvSpPr>
          <p:cNvPr id="8" name="円弧 7"/>
          <p:cNvSpPr/>
          <p:nvPr/>
        </p:nvSpPr>
        <p:spPr>
          <a:xfrm>
            <a:off x="8412163" y="115565"/>
            <a:ext cx="604016" cy="604015"/>
          </a:xfrm>
          <a:prstGeom prst="arc">
            <a:avLst>
              <a:gd name="adj1" fmla="val 16200000"/>
              <a:gd name="adj2" fmla="val 5493965"/>
            </a:avLst>
          </a:prstGeom>
          <a:ln w="28575" cmpd="sng">
            <a:solidFill>
              <a:srgbClr val="99CCFF"/>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ja-JP" altLang="en-US">
              <a:solidFill>
                <a:prstClr val="black"/>
              </a:solidFill>
              <a:cs typeface="Meiryo UI" panose="020B0604030504040204" pitchFamily="50" charset="-128"/>
            </a:endParaRPr>
          </a:p>
        </p:txBody>
      </p:sp>
      <p:sp>
        <p:nvSpPr>
          <p:cNvPr id="21" name="円弧 20"/>
          <p:cNvSpPr/>
          <p:nvPr/>
        </p:nvSpPr>
        <p:spPr>
          <a:xfrm>
            <a:off x="8412163" y="67569"/>
            <a:ext cx="604016" cy="604015"/>
          </a:xfrm>
          <a:prstGeom prst="arc">
            <a:avLst>
              <a:gd name="adj1" fmla="val 16200000"/>
              <a:gd name="adj2" fmla="val 5493965"/>
            </a:avLst>
          </a:prstGeom>
          <a:ln w="28575" cmpd="sng">
            <a:solidFill>
              <a:srgbClr val="00009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ja-JP" altLang="en-US">
              <a:solidFill>
                <a:prstClr val="black"/>
              </a:solidFill>
              <a:cs typeface="Meiryo UI" panose="020B0604030504040204" pitchFamily="50" charset="-128"/>
            </a:endParaRPr>
          </a:p>
        </p:txBody>
      </p:sp>
      <p:sp>
        <p:nvSpPr>
          <p:cNvPr id="12" name="タイトル プレースホルダー 11"/>
          <p:cNvSpPr>
            <a:spLocks noGrp="1"/>
          </p:cNvSpPr>
          <p:nvPr>
            <p:ph type="title"/>
          </p:nvPr>
        </p:nvSpPr>
        <p:spPr>
          <a:xfrm>
            <a:off x="1163524" y="45349"/>
            <a:ext cx="7338159" cy="584276"/>
          </a:xfrm>
          <a:prstGeom prst="rect">
            <a:avLst/>
          </a:prstGeom>
        </p:spPr>
        <p:txBody>
          <a:bodyPr vert="horz" lIns="91440" tIns="45720" rIns="91440" bIns="45720" rtlCol="0" anchor="ctr">
            <a:noAutofit/>
          </a:bodyPr>
          <a:lstStyle/>
          <a:p>
            <a:r>
              <a:rPr kumimoji="1" lang="ja-JP" altLang="en-US" dirty="0"/>
              <a:t>マスター タイトルの書式設定</a:t>
            </a:r>
          </a:p>
        </p:txBody>
      </p:sp>
      <p:sp>
        <p:nvSpPr>
          <p:cNvPr id="13" name="テキスト プレースホルダー 12"/>
          <p:cNvSpPr>
            <a:spLocks noGrp="1"/>
          </p:cNvSpPr>
          <p:nvPr>
            <p:ph type="body" idx="1"/>
          </p:nvPr>
        </p:nvSpPr>
        <p:spPr>
          <a:xfrm>
            <a:off x="85914" y="836639"/>
            <a:ext cx="8930269" cy="5776027"/>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2" name="スライド番号プレースホルダー 1">
            <a:extLst>
              <a:ext uri="{FF2B5EF4-FFF2-40B4-BE49-F238E27FC236}">
                <a16:creationId xmlns:a16="http://schemas.microsoft.com/office/drawing/2014/main" id="{5CD007FA-272B-3646-A2B2-DBE4D805C5C4}"/>
              </a:ext>
            </a:extLst>
          </p:cNvPr>
          <p:cNvSpPr>
            <a:spLocks noGrp="1"/>
          </p:cNvSpPr>
          <p:nvPr>
            <p:ph type="sldNum" sz="quarter" idx="4"/>
          </p:nvPr>
        </p:nvSpPr>
        <p:spPr>
          <a:xfrm>
            <a:off x="7086600" y="6660664"/>
            <a:ext cx="2057400" cy="197336"/>
          </a:xfrm>
          <a:prstGeom prst="rect">
            <a:avLst/>
          </a:prstGeom>
        </p:spPr>
        <p:txBody>
          <a:bodyPr vert="horz" lIns="91440" tIns="45720" rIns="91440" bIns="45720" rtlCol="0" anchor="ctr"/>
          <a:lstStyle>
            <a:lvl1pPr algn="r">
              <a:defRPr sz="1200">
                <a:solidFill>
                  <a:schemeClr val="tx1">
                    <a:tint val="75000"/>
                  </a:schemeClr>
                </a:solidFill>
              </a:defRPr>
            </a:lvl1pPr>
          </a:lstStyle>
          <a:p>
            <a:fld id="{F4E90134-ECEE-1249-B6C9-713A8A8FF73F}" type="slidenum">
              <a:rPr kumimoji="1" lang="ja-JP" altLang="en-US" smtClean="0"/>
              <a:t>‹#›</a:t>
            </a:fld>
            <a:endParaRPr kumimoji="1" lang="ja-JP" altLang="en-US"/>
          </a:p>
        </p:txBody>
      </p:sp>
    </p:spTree>
    <p:extLst>
      <p:ext uri="{BB962C8B-B14F-4D97-AF65-F5344CB8AC3E}">
        <p14:creationId xmlns:p14="http://schemas.microsoft.com/office/powerpoint/2010/main" val="3196427095"/>
      </p:ext>
    </p:extLst>
  </p:cSld>
  <p:clrMap bg1="lt1" tx1="dk1" bg2="lt2" tx2="dk2" accent1="accent1" accent2="accent2" accent3="accent3" accent4="accent4" accent5="accent5" accent6="accent6" hlink="hlink" folHlink="folHlink"/>
  <p:sldLayoutIdLst>
    <p:sldLayoutId id="2147483686" r:id="rId1"/>
    <p:sldLayoutId id="2147483687" r:id="rId2"/>
  </p:sldLayoutIdLst>
  <p:hf hdr="0" ftr="0" dt="0"/>
  <p:txStyles>
    <p:titleStyle>
      <a:lvl1pPr algn="l" rtl="0" eaLnBrk="1" fontAlgn="base" hangingPunct="1">
        <a:spcBef>
          <a:spcPct val="0"/>
        </a:spcBef>
        <a:spcAft>
          <a:spcPct val="0"/>
        </a:spcAft>
        <a:defRPr kumimoji="1" sz="2400" b="1">
          <a:solidFill>
            <a:schemeClr val="tx2"/>
          </a:solidFill>
          <a:latin typeface="Meiryo UI" panose="020B0604030504040204" pitchFamily="50" charset="-128"/>
          <a:ea typeface="Meiryo UI" panose="020B0604030504040204" pitchFamily="50" charset="-128"/>
          <a:cs typeface="Meiryo UI" panose="020B0604030504040204" pitchFamily="50" charset="-128"/>
        </a:defRPr>
      </a:lvl1pPr>
      <a:lvl2pPr algn="l" rtl="0" eaLnBrk="1" fontAlgn="base" hangingPunct="1">
        <a:spcBef>
          <a:spcPct val="0"/>
        </a:spcBef>
        <a:spcAft>
          <a:spcPct val="0"/>
        </a:spcAft>
        <a:defRPr kumimoji="1" sz="4400">
          <a:solidFill>
            <a:schemeClr val="tx2"/>
          </a:solidFill>
          <a:latin typeface="Times New Roman" pitchFamily="18" charset="0"/>
          <a:ea typeface="ＭＳ Ｐゴシック" charset="-128"/>
          <a:cs typeface="ＭＳ Ｐゴシック" charset="0"/>
        </a:defRPr>
      </a:lvl2pPr>
      <a:lvl3pPr algn="l" rtl="0" eaLnBrk="1" fontAlgn="base" hangingPunct="1">
        <a:spcBef>
          <a:spcPct val="0"/>
        </a:spcBef>
        <a:spcAft>
          <a:spcPct val="0"/>
        </a:spcAft>
        <a:defRPr kumimoji="1" sz="4400">
          <a:solidFill>
            <a:schemeClr val="tx2"/>
          </a:solidFill>
          <a:latin typeface="Times New Roman" pitchFamily="18" charset="0"/>
          <a:ea typeface="ＭＳ Ｐゴシック" charset="-128"/>
          <a:cs typeface="ＭＳ Ｐゴシック" charset="0"/>
        </a:defRPr>
      </a:lvl3pPr>
      <a:lvl4pPr algn="l" rtl="0" eaLnBrk="1" fontAlgn="base" hangingPunct="1">
        <a:spcBef>
          <a:spcPct val="0"/>
        </a:spcBef>
        <a:spcAft>
          <a:spcPct val="0"/>
        </a:spcAft>
        <a:defRPr kumimoji="1" sz="4400">
          <a:solidFill>
            <a:schemeClr val="tx2"/>
          </a:solidFill>
          <a:latin typeface="Times New Roman" pitchFamily="18" charset="0"/>
          <a:ea typeface="ＭＳ Ｐゴシック" charset="-128"/>
          <a:cs typeface="ＭＳ Ｐゴシック" charset="0"/>
        </a:defRPr>
      </a:lvl4pPr>
      <a:lvl5pPr algn="l" rtl="0" eaLnBrk="1" fontAlgn="base" hangingPunct="1">
        <a:spcBef>
          <a:spcPct val="0"/>
        </a:spcBef>
        <a:spcAft>
          <a:spcPct val="0"/>
        </a:spcAft>
        <a:defRPr kumimoji="1" sz="4400">
          <a:solidFill>
            <a:schemeClr val="tx2"/>
          </a:solidFill>
          <a:latin typeface="Times New Roman" pitchFamily="18" charset="0"/>
          <a:ea typeface="ＭＳ Ｐゴシック" charset="-128"/>
          <a:cs typeface="ＭＳ Ｐゴシック" charset="0"/>
        </a:defRPr>
      </a:lvl5pPr>
      <a:lvl6pPr marL="457200" algn="l" rtl="0" eaLnBrk="1" fontAlgn="base" hangingPunct="1">
        <a:spcBef>
          <a:spcPct val="0"/>
        </a:spcBef>
        <a:spcAft>
          <a:spcPct val="0"/>
        </a:spcAft>
        <a:defRPr kumimoji="1" sz="4400">
          <a:solidFill>
            <a:schemeClr val="tx2"/>
          </a:solidFill>
          <a:latin typeface="Times New Roman" pitchFamily="18" charset="0"/>
          <a:ea typeface="ＭＳ Ｐゴシック" charset="-128"/>
        </a:defRPr>
      </a:lvl6pPr>
      <a:lvl7pPr marL="914400" algn="l" rtl="0" eaLnBrk="1" fontAlgn="base" hangingPunct="1">
        <a:spcBef>
          <a:spcPct val="0"/>
        </a:spcBef>
        <a:spcAft>
          <a:spcPct val="0"/>
        </a:spcAft>
        <a:defRPr kumimoji="1" sz="4400">
          <a:solidFill>
            <a:schemeClr val="tx2"/>
          </a:solidFill>
          <a:latin typeface="Times New Roman" pitchFamily="18" charset="0"/>
          <a:ea typeface="ＭＳ Ｐゴシック" charset="-128"/>
        </a:defRPr>
      </a:lvl7pPr>
      <a:lvl8pPr marL="1371600" algn="l" rtl="0" eaLnBrk="1" fontAlgn="base" hangingPunct="1">
        <a:spcBef>
          <a:spcPct val="0"/>
        </a:spcBef>
        <a:spcAft>
          <a:spcPct val="0"/>
        </a:spcAft>
        <a:defRPr kumimoji="1" sz="4400">
          <a:solidFill>
            <a:schemeClr val="tx2"/>
          </a:solidFill>
          <a:latin typeface="Times New Roman" pitchFamily="18" charset="0"/>
          <a:ea typeface="ＭＳ Ｐゴシック" charset="-128"/>
        </a:defRPr>
      </a:lvl8pPr>
      <a:lvl9pPr marL="1828800" algn="l" rtl="0" eaLnBrk="1" fontAlgn="base" hangingPunct="1">
        <a:spcBef>
          <a:spcPct val="0"/>
        </a:spcBef>
        <a:spcAft>
          <a:spcPct val="0"/>
        </a:spcAft>
        <a:defRPr kumimoji="1" sz="4400">
          <a:solidFill>
            <a:schemeClr val="tx2"/>
          </a:solidFill>
          <a:latin typeface="Times New Roman" pitchFamily="18" charset="0"/>
          <a:ea typeface="ＭＳ Ｐゴシック" charset="-128"/>
        </a:defRPr>
      </a:lvl9pPr>
    </p:titleStyle>
    <p:bodyStyle>
      <a:lvl1pPr marL="342900" indent="-342900" algn="l" rtl="0" eaLnBrk="1" fontAlgn="base" hangingPunct="1">
        <a:spcBef>
          <a:spcPct val="20000"/>
        </a:spcBef>
        <a:spcAft>
          <a:spcPct val="0"/>
        </a:spcAft>
        <a:buClr>
          <a:srgbClr val="000090"/>
        </a:buClr>
        <a:buSzPct val="86000"/>
        <a:buFont typeface="Wingdings" charset="2"/>
        <a:buChar char="n"/>
        <a:defRPr kumimoji="1" sz="2000" b="1">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1pPr>
      <a:lvl2pPr marL="742950" indent="-285750" algn="l" rtl="0" eaLnBrk="1" fontAlgn="base" hangingPunct="1">
        <a:spcBef>
          <a:spcPct val="20000"/>
        </a:spcBef>
        <a:spcAft>
          <a:spcPct val="0"/>
        </a:spcAft>
        <a:buClr>
          <a:srgbClr val="99CCFF"/>
        </a:buClr>
        <a:buSzPct val="90000"/>
        <a:buFont typeface="Wingdings" charset="2"/>
        <a:buChar char="u"/>
        <a:defRPr kumimoji="1" sz="18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2pPr>
      <a:lvl3pPr marL="1143000" indent="-228600" algn="l" rtl="0" eaLnBrk="1" fontAlgn="base" hangingPunct="1">
        <a:spcBef>
          <a:spcPct val="20000"/>
        </a:spcBef>
        <a:spcAft>
          <a:spcPct val="0"/>
        </a:spcAft>
        <a:buClr>
          <a:srgbClr val="3366FF"/>
        </a:buClr>
        <a:buChar char="•"/>
        <a:defRPr kumimoji="1" sz="16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3pPr>
      <a:lvl4pPr marL="1600200" indent="-228600" algn="l" rtl="0" eaLnBrk="1" fontAlgn="base" hangingPunct="1">
        <a:spcBef>
          <a:spcPct val="20000"/>
        </a:spcBef>
        <a:spcAft>
          <a:spcPct val="0"/>
        </a:spcAft>
        <a:buClr>
          <a:srgbClr val="FF6600"/>
        </a:buClr>
        <a:buFont typeface="Times New Roman" charset="0"/>
        <a:buChar char="►"/>
        <a:defRPr kumimoji="1" sz="14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4pPr>
      <a:lvl5pPr marL="2057400" indent="-228600" algn="l" rtl="0" eaLnBrk="1" fontAlgn="base" hangingPunct="1">
        <a:spcBef>
          <a:spcPct val="20000"/>
        </a:spcBef>
        <a:spcAft>
          <a:spcPct val="0"/>
        </a:spcAft>
        <a:buClr>
          <a:srgbClr val="3366FF"/>
        </a:buClr>
        <a:buFont typeface="Times New Roman" charset="0"/>
        <a:buChar char="◘"/>
        <a:defRPr kumimoji="1" sz="14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defRPr>
      </a:lvl5pPr>
      <a:lvl6pPr marL="2514600" indent="-228600" algn="l" rtl="0" eaLnBrk="1" fontAlgn="base" hangingPunct="1">
        <a:spcBef>
          <a:spcPct val="20000"/>
        </a:spcBef>
        <a:spcAft>
          <a:spcPct val="0"/>
        </a:spcAft>
        <a:buClr>
          <a:srgbClr val="3366FF"/>
        </a:buClr>
        <a:buFont typeface="Times New Roman" pitchFamily="18" charset="0"/>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lr>
          <a:srgbClr val="3366FF"/>
        </a:buClr>
        <a:buFont typeface="Times New Roman" pitchFamily="18" charset="0"/>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lr>
          <a:srgbClr val="3366FF"/>
        </a:buClr>
        <a:buFont typeface="Times New Roman" pitchFamily="18" charset="0"/>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lr>
          <a:srgbClr val="3366FF"/>
        </a:buClr>
        <a:buFont typeface="Times New Roman" pitchFamily="18" charset="0"/>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openreview.net/forum?id=Reh1S8rxfh"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69F94C-DDBA-4DF0-A9ED-EA1C7FFCF140}"/>
              </a:ext>
            </a:extLst>
          </p:cNvPr>
          <p:cNvSpPr>
            <a:spLocks noGrp="1"/>
          </p:cNvSpPr>
          <p:nvPr>
            <p:ph type="ctrTitle"/>
          </p:nvPr>
        </p:nvSpPr>
        <p:spPr>
          <a:xfrm>
            <a:off x="2375941" y="1612451"/>
            <a:ext cx="6512472" cy="1507267"/>
          </a:xfrm>
        </p:spPr>
        <p:txBody>
          <a:bodyPr/>
          <a:lstStyle/>
          <a:p>
            <a:r>
              <a:rPr kumimoji="1" lang="en-US" altLang="ja-JP" sz="2800" dirty="0"/>
              <a:t>LLM</a:t>
            </a:r>
            <a:r>
              <a:rPr kumimoji="1" lang="ja-JP" altLang="en-US" sz="2800" dirty="0"/>
              <a:t>の政策研究への応用に向けた</a:t>
            </a:r>
            <a:br>
              <a:rPr kumimoji="1" lang="en-US" altLang="ja-JP" sz="2800" dirty="0"/>
            </a:br>
            <a:r>
              <a:rPr kumimoji="1" lang="ja-JP" altLang="en-US" sz="2800" dirty="0"/>
              <a:t>性能評価の構想</a:t>
            </a:r>
          </a:p>
        </p:txBody>
      </p:sp>
      <p:sp>
        <p:nvSpPr>
          <p:cNvPr id="7" name="字幕 2">
            <a:extLst>
              <a:ext uri="{FF2B5EF4-FFF2-40B4-BE49-F238E27FC236}">
                <a16:creationId xmlns:a16="http://schemas.microsoft.com/office/drawing/2014/main" id="{0ABC8862-03B0-455E-B9EF-6E17035AD0B9}"/>
              </a:ext>
            </a:extLst>
          </p:cNvPr>
          <p:cNvSpPr>
            <a:spLocks noGrp="1"/>
          </p:cNvSpPr>
          <p:nvPr>
            <p:ph type="subTitle" idx="1"/>
          </p:nvPr>
        </p:nvSpPr>
        <p:spPr>
          <a:xfrm>
            <a:off x="193638" y="3415552"/>
            <a:ext cx="8694775" cy="3065929"/>
          </a:xfrm>
        </p:spPr>
        <p:txBody>
          <a:bodyPr>
            <a:normAutofit/>
          </a:bodyPr>
          <a:lstStyle/>
          <a:p>
            <a:pPr algn="ctr"/>
            <a:r>
              <a:rPr lang="ja-JP" altLang="en-US" u="sng" dirty="0"/>
              <a:t>高山 正行</a:t>
            </a:r>
            <a:r>
              <a:rPr lang="en-US" altLang="ja-JP" baseline="30000" dirty="0"/>
              <a:t>A, B</a:t>
            </a:r>
            <a:r>
              <a:rPr lang="en-US" altLang="ja-JP" dirty="0"/>
              <a:t>, </a:t>
            </a:r>
            <a:r>
              <a:rPr lang="ja-JP" altLang="en-US" dirty="0"/>
              <a:t>小松 尚登</a:t>
            </a:r>
            <a:r>
              <a:rPr lang="en-US" altLang="ja-JP" baseline="30000" dirty="0"/>
              <a:t>B</a:t>
            </a:r>
            <a:r>
              <a:rPr lang="en-US" altLang="ja-JP" dirty="0"/>
              <a:t>, </a:t>
            </a:r>
          </a:p>
          <a:p>
            <a:pPr algn="ctr"/>
            <a:r>
              <a:rPr lang="ja-JP" altLang="en-US" dirty="0"/>
              <a:t>三内 顕義</a:t>
            </a:r>
            <a:r>
              <a:rPr lang="en-US" altLang="ja-JP" baseline="30000" dirty="0"/>
              <a:t>A, B, C, D, E</a:t>
            </a:r>
            <a:r>
              <a:rPr lang="en-US" altLang="ja-JP" dirty="0"/>
              <a:t>, </a:t>
            </a:r>
            <a:r>
              <a:rPr lang="ja-JP" altLang="en-US" dirty="0"/>
              <a:t>清水 昌平</a:t>
            </a:r>
            <a:r>
              <a:rPr lang="en-US" altLang="ja-JP" baseline="30000" dirty="0"/>
              <a:t>A, B, C, F</a:t>
            </a:r>
            <a:r>
              <a:rPr lang="ja-JP" altLang="en-US" baseline="30000" dirty="0"/>
              <a:t>、</a:t>
            </a:r>
            <a:r>
              <a:rPr lang="en-US" altLang="ja-JP" baseline="30000" dirty="0"/>
              <a:t>G</a:t>
            </a:r>
            <a:endParaRPr kumimoji="1" lang="en-US" altLang="ja-JP" sz="1600" dirty="0"/>
          </a:p>
          <a:p>
            <a:pPr algn="l">
              <a:spcBef>
                <a:spcPts val="0"/>
              </a:spcBef>
            </a:pPr>
            <a:endParaRPr kumimoji="1" lang="en-US" altLang="ja-JP" sz="1600" dirty="0"/>
          </a:p>
          <a:p>
            <a:pPr algn="l">
              <a:spcBef>
                <a:spcPts val="0"/>
              </a:spcBef>
            </a:pPr>
            <a:r>
              <a:rPr kumimoji="1" lang="en-US" altLang="ja-JP" sz="1600" dirty="0"/>
              <a:t>A: </a:t>
            </a:r>
            <a:r>
              <a:rPr kumimoji="1" lang="ja-JP" altLang="en-US" sz="1600" dirty="0"/>
              <a:t>科学技術・学術政策研究所</a:t>
            </a:r>
            <a:r>
              <a:rPr kumimoji="1" lang="en-US" altLang="ja-JP" sz="1600" dirty="0"/>
              <a:t> (NISTEP)</a:t>
            </a:r>
          </a:p>
          <a:p>
            <a:pPr algn="l">
              <a:spcBef>
                <a:spcPts val="0"/>
              </a:spcBef>
            </a:pPr>
            <a:r>
              <a:rPr lang="en-US" altLang="ja-JP" sz="1600" dirty="0"/>
              <a:t>B: </a:t>
            </a:r>
            <a:r>
              <a:rPr lang="ja-JP" altLang="en-US" sz="1600" dirty="0"/>
              <a:t>滋賀大学</a:t>
            </a:r>
            <a:endParaRPr lang="en-US" altLang="ja-JP" sz="1600" dirty="0"/>
          </a:p>
          <a:p>
            <a:pPr algn="l">
              <a:spcBef>
                <a:spcPts val="0"/>
              </a:spcBef>
            </a:pPr>
            <a:r>
              <a:rPr lang="en-US" altLang="ja-JP" sz="1600" dirty="0"/>
              <a:t>C: </a:t>
            </a:r>
            <a:r>
              <a:rPr lang="ja-JP" altLang="en-US" sz="1600" dirty="0"/>
              <a:t>京都大学</a:t>
            </a:r>
            <a:endParaRPr lang="en-US" altLang="ja-JP" sz="1600" dirty="0"/>
          </a:p>
          <a:p>
            <a:pPr algn="l">
              <a:spcBef>
                <a:spcPts val="0"/>
              </a:spcBef>
            </a:pPr>
            <a:r>
              <a:rPr lang="en-US" altLang="ja-JP" sz="1600" dirty="0"/>
              <a:t>D: </a:t>
            </a:r>
            <a:r>
              <a:rPr lang="ja-JP" altLang="en-US" sz="1600" dirty="0"/>
              <a:t>東京大学</a:t>
            </a:r>
            <a:endParaRPr lang="en-US" altLang="ja-JP" sz="1600" dirty="0"/>
          </a:p>
          <a:p>
            <a:pPr algn="l">
              <a:spcBef>
                <a:spcPts val="0"/>
              </a:spcBef>
            </a:pPr>
            <a:r>
              <a:rPr lang="en-US" altLang="ja-JP" sz="1600" dirty="0"/>
              <a:t>E: </a:t>
            </a:r>
            <a:r>
              <a:rPr lang="ja-JP" altLang="en-US" sz="1600" dirty="0"/>
              <a:t>国立情報学研究所</a:t>
            </a:r>
            <a:endParaRPr kumimoji="1" lang="en-US" altLang="ja-JP" sz="1600" dirty="0"/>
          </a:p>
          <a:p>
            <a:pPr algn="l">
              <a:spcBef>
                <a:spcPts val="0"/>
              </a:spcBef>
            </a:pPr>
            <a:r>
              <a:rPr lang="en-US" altLang="ja-JP" sz="1600" dirty="0"/>
              <a:t>F: </a:t>
            </a:r>
            <a:r>
              <a:rPr lang="ja-JP" altLang="en-US" sz="1600" dirty="0"/>
              <a:t>理化学研究所　革新知能統合研究</a:t>
            </a:r>
            <a:r>
              <a:rPr lang="en-US" altLang="ja-JP" sz="1600" dirty="0"/>
              <a:t> (AIP) </a:t>
            </a:r>
            <a:r>
              <a:rPr lang="ja-JP" altLang="en-US" sz="1600" dirty="0"/>
              <a:t>センター</a:t>
            </a:r>
            <a:endParaRPr lang="en-US" altLang="ja-JP" sz="1600" dirty="0"/>
          </a:p>
          <a:p>
            <a:pPr algn="l">
              <a:spcBef>
                <a:spcPts val="0"/>
              </a:spcBef>
            </a:pPr>
            <a:r>
              <a:rPr lang="en-US" altLang="ja-JP" sz="1600" dirty="0"/>
              <a:t>G: </a:t>
            </a:r>
            <a:r>
              <a:rPr lang="ja-JP" altLang="en-US" sz="1600" dirty="0"/>
              <a:t>大阪大学</a:t>
            </a:r>
            <a:endParaRPr lang="en-US" altLang="ja-JP" sz="1600" dirty="0"/>
          </a:p>
        </p:txBody>
      </p:sp>
      <p:sp>
        <p:nvSpPr>
          <p:cNvPr id="3" name="Rectangle 3">
            <a:extLst>
              <a:ext uri="{FF2B5EF4-FFF2-40B4-BE49-F238E27FC236}">
                <a16:creationId xmlns:a16="http://schemas.microsoft.com/office/drawing/2014/main" id="{A5D9623F-04C2-C037-65E1-371D671CFEA9}"/>
              </a:ext>
            </a:extLst>
          </p:cNvPr>
          <p:cNvSpPr>
            <a:spLocks noChangeArrowheads="1"/>
          </p:cNvSpPr>
          <p:nvPr/>
        </p:nvSpPr>
        <p:spPr bwMode="auto">
          <a:xfrm>
            <a:off x="98452" y="120131"/>
            <a:ext cx="7298785" cy="584775"/>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lang="ja-JP" altLang="en-US" sz="1600" dirty="0">
                <a:solidFill>
                  <a:schemeClr val="tx1">
                    <a:lumMod val="85000"/>
                    <a:lumOff val="15000"/>
                  </a:schemeClr>
                </a:solidFill>
                <a:latin typeface="Meiryo UI"/>
                <a:ea typeface="Meiryo UI"/>
              </a:rPr>
              <a:t>研究・イノベーション学会　第</a:t>
            </a:r>
            <a:r>
              <a:rPr lang="en-US" altLang="ja-JP" sz="1600" dirty="0">
                <a:solidFill>
                  <a:schemeClr val="tx1">
                    <a:lumMod val="85000"/>
                    <a:lumOff val="15000"/>
                  </a:schemeClr>
                </a:solidFill>
                <a:latin typeface="Meiryo UI"/>
                <a:ea typeface="Meiryo UI"/>
              </a:rPr>
              <a:t>40</a:t>
            </a:r>
            <a:r>
              <a:rPr lang="ja-JP" altLang="en-US" sz="1600" dirty="0">
                <a:solidFill>
                  <a:schemeClr val="tx1">
                    <a:lumMod val="85000"/>
                    <a:lumOff val="15000"/>
                  </a:schemeClr>
                </a:solidFill>
                <a:latin typeface="Meiryo UI"/>
                <a:ea typeface="Meiryo UI"/>
              </a:rPr>
              <a:t>回年次学術大会</a:t>
            </a:r>
            <a:endParaRPr lang="en-US" altLang="ja-JP" sz="1600" dirty="0">
              <a:solidFill>
                <a:schemeClr val="tx1">
                  <a:lumMod val="85000"/>
                  <a:lumOff val="15000"/>
                </a:schemeClr>
              </a:solidFill>
              <a:latin typeface="Meiryo UI"/>
              <a:ea typeface="Meiryo UI"/>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ja-JP" sz="1600" b="0" i="0" u="none" strike="noStrike" kern="1200" cap="none" spc="0" normalizeH="0" baseline="0" noProof="0" dirty="0">
                <a:ln>
                  <a:noFill/>
                </a:ln>
                <a:solidFill>
                  <a:schemeClr val="tx1">
                    <a:lumMod val="85000"/>
                    <a:lumOff val="15000"/>
                  </a:schemeClr>
                </a:solidFill>
                <a:effectLst/>
                <a:uLnTx/>
                <a:uFillTx/>
                <a:latin typeface="Meiryo UI"/>
                <a:ea typeface="Meiryo UI"/>
                <a:cs typeface="+mn-cs"/>
              </a:rPr>
              <a:t>2</a:t>
            </a:r>
            <a:r>
              <a:rPr lang="en-US" altLang="ja-JP" sz="1600" dirty="0">
                <a:solidFill>
                  <a:schemeClr val="tx1">
                    <a:lumMod val="85000"/>
                    <a:lumOff val="15000"/>
                  </a:schemeClr>
                </a:solidFill>
                <a:latin typeface="Meiryo UI"/>
                <a:ea typeface="Meiryo UI"/>
              </a:rPr>
              <a:t>B22 (2025</a:t>
            </a:r>
            <a:r>
              <a:rPr lang="ja-JP" altLang="en-US" sz="1600" dirty="0">
                <a:solidFill>
                  <a:schemeClr val="tx1">
                    <a:lumMod val="85000"/>
                    <a:lumOff val="15000"/>
                  </a:schemeClr>
                </a:solidFill>
                <a:latin typeface="Meiryo UI"/>
                <a:ea typeface="Meiryo UI"/>
              </a:rPr>
              <a:t>年　</a:t>
            </a:r>
            <a:r>
              <a:rPr lang="en-US" altLang="ja-JP" sz="1600" dirty="0">
                <a:solidFill>
                  <a:schemeClr val="tx1">
                    <a:lumMod val="85000"/>
                    <a:lumOff val="15000"/>
                  </a:schemeClr>
                </a:solidFill>
                <a:latin typeface="Meiryo UI"/>
                <a:ea typeface="Meiryo UI"/>
              </a:rPr>
              <a:t>11/9(</a:t>
            </a:r>
            <a:r>
              <a:rPr lang="ja-JP" altLang="en-US" sz="1600" dirty="0">
                <a:solidFill>
                  <a:schemeClr val="tx1">
                    <a:lumMod val="85000"/>
                    <a:lumOff val="15000"/>
                  </a:schemeClr>
                </a:solidFill>
                <a:latin typeface="Meiryo UI"/>
                <a:ea typeface="Meiryo UI"/>
              </a:rPr>
              <a:t>日</a:t>
            </a:r>
            <a:r>
              <a:rPr lang="en-US" altLang="ja-JP" sz="1600" dirty="0">
                <a:solidFill>
                  <a:schemeClr val="tx1">
                    <a:lumMod val="85000"/>
                    <a:lumOff val="15000"/>
                  </a:schemeClr>
                </a:solidFill>
                <a:latin typeface="Meiryo UI"/>
                <a:ea typeface="Meiryo UI"/>
              </a:rPr>
              <a:t>)16:00</a:t>
            </a:r>
            <a:r>
              <a:rPr lang="ja-JP" altLang="en-US" sz="1600" dirty="0">
                <a:solidFill>
                  <a:schemeClr val="tx1">
                    <a:lumMod val="85000"/>
                    <a:lumOff val="15000"/>
                  </a:schemeClr>
                </a:solidFill>
                <a:latin typeface="Meiryo UI"/>
                <a:ea typeface="Meiryo UI"/>
              </a:rPr>
              <a:t>～</a:t>
            </a:r>
            <a:r>
              <a:rPr lang="en-US" altLang="ja-JP" sz="1600" dirty="0">
                <a:solidFill>
                  <a:schemeClr val="tx1">
                    <a:lumMod val="85000"/>
                    <a:lumOff val="15000"/>
                  </a:schemeClr>
                </a:solidFill>
                <a:latin typeface="Meiryo UI"/>
                <a:ea typeface="Meiryo UI"/>
              </a:rPr>
              <a:t>)</a:t>
            </a:r>
          </a:p>
        </p:txBody>
      </p:sp>
      <p:grpSp>
        <p:nvGrpSpPr>
          <p:cNvPr id="6" name="グループ化 5">
            <a:extLst>
              <a:ext uri="{FF2B5EF4-FFF2-40B4-BE49-F238E27FC236}">
                <a16:creationId xmlns:a16="http://schemas.microsoft.com/office/drawing/2014/main" id="{35D2C723-EB7D-4687-C239-506398C31152}"/>
              </a:ext>
            </a:extLst>
          </p:cNvPr>
          <p:cNvGrpSpPr/>
          <p:nvPr/>
        </p:nvGrpSpPr>
        <p:grpSpPr>
          <a:xfrm>
            <a:off x="4572000" y="4437391"/>
            <a:ext cx="4390762" cy="1108435"/>
            <a:chOff x="3006475" y="5749565"/>
            <a:chExt cx="4390762" cy="1108435"/>
          </a:xfrm>
        </p:grpSpPr>
        <p:pic>
          <p:nvPicPr>
            <p:cNvPr id="5" name="図 4" descr="ロゴ, 会社名&#10;&#10;自動的に生成された説明">
              <a:extLst>
                <a:ext uri="{FF2B5EF4-FFF2-40B4-BE49-F238E27FC236}">
                  <a16:creationId xmlns:a16="http://schemas.microsoft.com/office/drawing/2014/main" id="{8721F989-4E6A-02AB-7790-D4C090EE03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8802" y="5749565"/>
              <a:ext cx="1108435" cy="1108435"/>
            </a:xfrm>
            <a:prstGeom prst="rect">
              <a:avLst/>
            </a:prstGeom>
          </p:spPr>
        </p:pic>
        <p:pic>
          <p:nvPicPr>
            <p:cNvPr id="1026" name="Picture 2" descr="JST CREST さん">
              <a:extLst>
                <a:ext uri="{FF2B5EF4-FFF2-40B4-BE49-F238E27FC236}">
                  <a16:creationId xmlns:a16="http://schemas.microsoft.com/office/drawing/2014/main" id="{C3A003EA-061F-09C9-9CFA-A53B8FAE8C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6475" y="5920671"/>
              <a:ext cx="3299012" cy="766222"/>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テキスト ボックス 7">
            <a:extLst>
              <a:ext uri="{FF2B5EF4-FFF2-40B4-BE49-F238E27FC236}">
                <a16:creationId xmlns:a16="http://schemas.microsoft.com/office/drawing/2014/main" id="{ABC0BEED-6A8D-1B3E-3C19-9ED639137409}"/>
              </a:ext>
            </a:extLst>
          </p:cNvPr>
          <p:cNvSpPr txBox="1"/>
          <p:nvPr/>
        </p:nvSpPr>
        <p:spPr>
          <a:xfrm>
            <a:off x="7521237" y="5344936"/>
            <a:ext cx="1441525" cy="401777"/>
          </a:xfrm>
          <a:prstGeom prst="rect">
            <a:avLst/>
          </a:prstGeom>
          <a:noFill/>
        </p:spPr>
        <p:txBody>
          <a:bodyPr wrap="square" rtlCol="0">
            <a:spAutoFit/>
          </a:bodyPr>
          <a:lstStyle/>
          <a:p>
            <a:pPr algn="l">
              <a:lnSpc>
                <a:spcPts val="2900"/>
              </a:lnSpc>
            </a:pPr>
            <a:r>
              <a:rPr kumimoji="1" lang="en-US" altLang="ja-JP" sz="1200" dirty="0">
                <a:solidFill>
                  <a:schemeClr val="tx1">
                    <a:lumMod val="75000"/>
                    <a:lumOff val="25000"/>
                  </a:schemeClr>
                </a:solidFill>
              </a:rPr>
              <a:t>Copyright ©JST</a:t>
            </a:r>
            <a:endParaRPr kumimoji="1" lang="ja-JP" altLang="en-US" sz="1200" dirty="0">
              <a:solidFill>
                <a:schemeClr val="tx1">
                  <a:lumMod val="75000"/>
                  <a:lumOff val="25000"/>
                </a:schemeClr>
              </a:solidFill>
            </a:endParaRPr>
          </a:p>
        </p:txBody>
      </p:sp>
    </p:spTree>
    <p:extLst>
      <p:ext uri="{BB962C8B-B14F-4D97-AF65-F5344CB8AC3E}">
        <p14:creationId xmlns:p14="http://schemas.microsoft.com/office/powerpoint/2010/main" val="1283466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EEE99B-CDED-81A8-1D40-D1F7F1A73991}"/>
              </a:ext>
            </a:extLst>
          </p:cNvPr>
          <p:cNvSpPr>
            <a:spLocks noGrp="1"/>
          </p:cNvSpPr>
          <p:nvPr>
            <p:ph type="title"/>
          </p:nvPr>
        </p:nvSpPr>
        <p:spPr/>
        <p:txBody>
          <a:bodyPr/>
          <a:lstStyle/>
          <a:p>
            <a:r>
              <a:rPr kumimoji="1" lang="ja-JP" altLang="en-US" sz="2000" dirty="0"/>
              <a:t>背景</a:t>
            </a:r>
            <a:r>
              <a:rPr kumimoji="1" lang="en-US" altLang="ja-JP" sz="2000" dirty="0"/>
              <a:t>: </a:t>
            </a:r>
            <a:r>
              <a:rPr lang="ja-JP" altLang="en-US" sz="2000" dirty="0"/>
              <a:t>領域知識に基づく因果グラフ構築のための</a:t>
            </a:r>
            <a:br>
              <a:rPr lang="en-US" altLang="ja-JP" sz="2000" dirty="0"/>
            </a:br>
            <a:r>
              <a:rPr lang="ja-JP" altLang="en-US" sz="2000" dirty="0"/>
              <a:t>大規模言語モデル（</a:t>
            </a:r>
            <a:r>
              <a:rPr lang="en-US" altLang="ja-JP" sz="2000" dirty="0"/>
              <a:t>LLM</a:t>
            </a:r>
            <a:r>
              <a:rPr lang="ja-JP" altLang="en-US" sz="2000" dirty="0"/>
              <a:t>）の活用</a:t>
            </a:r>
            <a:endParaRPr kumimoji="1" lang="ja-JP" altLang="en-US" sz="2000" dirty="0"/>
          </a:p>
        </p:txBody>
      </p:sp>
      <p:sp>
        <p:nvSpPr>
          <p:cNvPr id="3" name="スライド番号プレースホルダー 2">
            <a:extLst>
              <a:ext uri="{FF2B5EF4-FFF2-40B4-BE49-F238E27FC236}">
                <a16:creationId xmlns:a16="http://schemas.microsoft.com/office/drawing/2014/main" id="{0C66FAC6-C166-DE17-591A-A6A28D40144C}"/>
              </a:ext>
            </a:extLst>
          </p:cNvPr>
          <p:cNvSpPr>
            <a:spLocks noGrp="1"/>
          </p:cNvSpPr>
          <p:nvPr>
            <p:ph type="sldNum" sz="quarter" idx="12"/>
          </p:nvPr>
        </p:nvSpPr>
        <p:spPr/>
        <p:txBody>
          <a:bodyPr/>
          <a:lstStyle/>
          <a:p>
            <a:pPr fontAlgn="auto">
              <a:spcBef>
                <a:spcPts val="0"/>
              </a:spcBef>
              <a:spcAft>
                <a:spcPts val="0"/>
              </a:spcAft>
            </a:pPr>
            <a:fld id="{14672B03-F2D0-4851-B792-39C5CEFB63BA}" type="slidenum">
              <a:rPr lang="ja-JP" altLang="en-US" smtClean="0">
                <a:latin typeface="Meiryo UI"/>
                <a:ea typeface="Meiryo UI"/>
              </a:rPr>
              <a:pPr fontAlgn="auto">
                <a:spcBef>
                  <a:spcPts val="0"/>
                </a:spcBef>
                <a:spcAft>
                  <a:spcPts val="0"/>
                </a:spcAft>
              </a:pPr>
              <a:t>2</a:t>
            </a:fld>
            <a:endParaRPr lang="ja-JP" altLang="en-US" dirty="0">
              <a:latin typeface="Meiryo UI"/>
              <a:ea typeface="Meiryo UI"/>
            </a:endParaRPr>
          </a:p>
        </p:txBody>
      </p:sp>
      <p:pic>
        <p:nvPicPr>
          <p:cNvPr id="66" name="図 65">
            <a:extLst>
              <a:ext uri="{FF2B5EF4-FFF2-40B4-BE49-F238E27FC236}">
                <a16:creationId xmlns:a16="http://schemas.microsoft.com/office/drawing/2014/main" id="{32837B0E-4207-BE82-5812-B6683256032A}"/>
              </a:ext>
            </a:extLst>
          </p:cNvPr>
          <p:cNvPicPr>
            <a:picLocks noChangeAspect="1"/>
          </p:cNvPicPr>
          <p:nvPr/>
        </p:nvPicPr>
        <p:blipFill>
          <a:blip r:embed="rId3"/>
          <a:stretch>
            <a:fillRect/>
          </a:stretch>
        </p:blipFill>
        <p:spPr>
          <a:xfrm>
            <a:off x="1542402" y="1297049"/>
            <a:ext cx="6306093" cy="4242514"/>
          </a:xfrm>
          <a:prstGeom prst="rect">
            <a:avLst/>
          </a:prstGeom>
        </p:spPr>
      </p:pic>
      <p:sp>
        <p:nvSpPr>
          <p:cNvPr id="67" name="テキスト ボックス 66">
            <a:extLst>
              <a:ext uri="{FF2B5EF4-FFF2-40B4-BE49-F238E27FC236}">
                <a16:creationId xmlns:a16="http://schemas.microsoft.com/office/drawing/2014/main" id="{A702F523-D1EF-D914-3669-559D007D80EE}"/>
              </a:ext>
            </a:extLst>
          </p:cNvPr>
          <p:cNvSpPr txBox="1"/>
          <p:nvPr/>
        </p:nvSpPr>
        <p:spPr>
          <a:xfrm>
            <a:off x="0" y="773829"/>
            <a:ext cx="9144000" cy="523220"/>
          </a:xfrm>
          <a:prstGeom prst="rect">
            <a:avLst/>
          </a:prstGeom>
          <a:noFill/>
        </p:spPr>
        <p:txBody>
          <a:bodyPr wrap="square" rtlCol="0">
            <a:spAutoFit/>
          </a:bodyPr>
          <a:lstStyle/>
          <a:p>
            <a:pPr algn="l"/>
            <a:r>
              <a:rPr kumimoji="1" lang="ja-JP" altLang="en-US" sz="1400" dirty="0">
                <a:latin typeface="+mj-lt"/>
              </a:rPr>
              <a:t>✓ 当グループでは、政策研究における因果推論への貢献を見据え、</a:t>
            </a:r>
            <a:r>
              <a:rPr kumimoji="1" lang="en-US" altLang="ja-JP" sz="1400" dirty="0">
                <a:latin typeface="+mj-lt"/>
              </a:rPr>
              <a:t>LLM</a:t>
            </a:r>
            <a:r>
              <a:rPr kumimoji="1" lang="ja-JP" altLang="en-US" sz="1400" dirty="0">
                <a:latin typeface="+mj-lt"/>
              </a:rPr>
              <a:t>を活用し、領域知識から見ても統計的に見ても、</a:t>
            </a:r>
            <a:endParaRPr kumimoji="1" lang="en-US" altLang="ja-JP" sz="1400" dirty="0">
              <a:latin typeface="+mj-lt"/>
            </a:endParaRPr>
          </a:p>
          <a:p>
            <a:pPr algn="l"/>
            <a:r>
              <a:rPr kumimoji="1" lang="ja-JP" altLang="en-US" sz="1400" dirty="0">
                <a:latin typeface="+mj-lt"/>
              </a:rPr>
              <a:t>　　妥当な因果グラフを構築する方法論を、最近提案したところ</a:t>
            </a:r>
            <a:endParaRPr kumimoji="1" lang="en-US" altLang="ja-JP" sz="1400" dirty="0">
              <a:latin typeface="+mj-lt"/>
            </a:endParaRPr>
          </a:p>
        </p:txBody>
      </p:sp>
      <p:sp>
        <p:nvSpPr>
          <p:cNvPr id="68" name="テキスト ボックス 67">
            <a:extLst>
              <a:ext uri="{FF2B5EF4-FFF2-40B4-BE49-F238E27FC236}">
                <a16:creationId xmlns:a16="http://schemas.microsoft.com/office/drawing/2014/main" id="{F2C7854E-D782-257A-89F1-9B2A62F3EE04}"/>
              </a:ext>
            </a:extLst>
          </p:cNvPr>
          <p:cNvSpPr txBox="1"/>
          <p:nvPr/>
        </p:nvSpPr>
        <p:spPr>
          <a:xfrm>
            <a:off x="2947566" y="5539563"/>
            <a:ext cx="6443331" cy="315214"/>
          </a:xfrm>
          <a:prstGeom prst="rect">
            <a:avLst/>
          </a:prstGeom>
          <a:noFill/>
        </p:spPr>
        <p:txBody>
          <a:bodyPr wrap="square" rtlCol="0">
            <a:spAutoFit/>
          </a:bodyPr>
          <a:lstStyle/>
          <a:p>
            <a:pPr algn="l">
              <a:lnSpc>
                <a:spcPts val="2000"/>
              </a:lnSpc>
            </a:pPr>
            <a:r>
              <a:rPr kumimoji="1" lang="en-US" altLang="ja-JP" sz="1200" u="sng" dirty="0">
                <a:solidFill>
                  <a:schemeClr val="tx1">
                    <a:lumMod val="75000"/>
                    <a:lumOff val="25000"/>
                  </a:schemeClr>
                </a:solidFill>
              </a:rPr>
              <a:t>M. Takayama </a:t>
            </a:r>
            <a:r>
              <a:rPr kumimoji="1" lang="en-US" altLang="ja-JP" sz="1200" i="1" dirty="0">
                <a:solidFill>
                  <a:schemeClr val="tx1">
                    <a:lumMod val="75000"/>
                    <a:lumOff val="25000"/>
                  </a:schemeClr>
                </a:solidFill>
              </a:rPr>
              <a:t>et al.</a:t>
            </a:r>
            <a:r>
              <a:rPr kumimoji="1" lang="en-US" altLang="ja-JP" sz="1200" dirty="0">
                <a:solidFill>
                  <a:schemeClr val="tx1">
                    <a:lumMod val="75000"/>
                    <a:lumOff val="25000"/>
                  </a:schemeClr>
                </a:solidFill>
              </a:rPr>
              <a:t>,</a:t>
            </a:r>
            <a:r>
              <a:rPr kumimoji="1" lang="ja-JP" altLang="en-US" sz="1200" dirty="0">
                <a:solidFill>
                  <a:schemeClr val="tx1">
                    <a:lumMod val="75000"/>
                    <a:lumOff val="25000"/>
                  </a:schemeClr>
                </a:solidFill>
              </a:rPr>
              <a:t> </a:t>
            </a:r>
            <a:r>
              <a:rPr kumimoji="1" lang="en-US" altLang="ja-JP" sz="1200" dirty="0">
                <a:solidFill>
                  <a:schemeClr val="tx1">
                    <a:lumMod val="75000"/>
                    <a:lumOff val="25000"/>
                  </a:schemeClr>
                </a:solidFill>
              </a:rPr>
              <a:t>TMLR(2025) </a:t>
            </a:r>
            <a:r>
              <a:rPr kumimoji="1" lang="en-US" altLang="ja-JP" sz="1200" dirty="0">
                <a:solidFill>
                  <a:schemeClr val="tx1">
                    <a:lumMod val="75000"/>
                    <a:lumOff val="25000"/>
                  </a:schemeClr>
                </a:solidFill>
                <a:hlinkClick r:id="rId4"/>
              </a:rPr>
              <a:t>https://openreview.net/forum?id=Reh1S8rxfh</a:t>
            </a:r>
            <a:endParaRPr kumimoji="1" lang="en-US" altLang="ja-JP" sz="1200" dirty="0">
              <a:solidFill>
                <a:schemeClr val="tx1">
                  <a:lumMod val="75000"/>
                  <a:lumOff val="25000"/>
                </a:schemeClr>
              </a:solidFill>
            </a:endParaRPr>
          </a:p>
        </p:txBody>
      </p:sp>
      <p:sp>
        <p:nvSpPr>
          <p:cNvPr id="4" name="テキスト ボックス 3">
            <a:extLst>
              <a:ext uri="{FF2B5EF4-FFF2-40B4-BE49-F238E27FC236}">
                <a16:creationId xmlns:a16="http://schemas.microsoft.com/office/drawing/2014/main" id="{A21E5C70-9EFA-4C75-4939-5FC06BA6AB7E}"/>
              </a:ext>
            </a:extLst>
          </p:cNvPr>
          <p:cNvSpPr txBox="1"/>
          <p:nvPr/>
        </p:nvSpPr>
        <p:spPr>
          <a:xfrm>
            <a:off x="0" y="5864862"/>
            <a:ext cx="9144000" cy="954107"/>
          </a:xfrm>
          <a:prstGeom prst="rect">
            <a:avLst/>
          </a:prstGeom>
          <a:noFill/>
        </p:spPr>
        <p:txBody>
          <a:bodyPr wrap="square" rtlCol="0">
            <a:spAutoFit/>
          </a:bodyPr>
          <a:lstStyle/>
          <a:p>
            <a:pPr algn="l"/>
            <a:r>
              <a:rPr kumimoji="1" lang="ja-JP" altLang="en-US" sz="1400" dirty="0">
                <a:latin typeface="+mj-lt"/>
              </a:rPr>
              <a:t>✓ 当グループとしては、まずは博士課程進学に関する因果探索の文脈での応用（</a:t>
            </a:r>
            <a:r>
              <a:rPr kumimoji="1" lang="ja-JP" altLang="en-US" sz="1400" dirty="0">
                <a:solidFill>
                  <a:srgbClr val="FF0000"/>
                </a:solidFill>
                <a:latin typeface="+mj-lt"/>
              </a:rPr>
              <a:t>→</a:t>
            </a:r>
            <a:r>
              <a:rPr kumimoji="1" lang="en-US" altLang="ja-JP" sz="1400" dirty="0">
                <a:solidFill>
                  <a:srgbClr val="FF0000"/>
                </a:solidFill>
                <a:latin typeface="+mj-lt"/>
              </a:rPr>
              <a:t>2B03</a:t>
            </a:r>
            <a:r>
              <a:rPr kumimoji="1" lang="ja-JP" altLang="en-US" sz="1400" dirty="0">
                <a:solidFill>
                  <a:srgbClr val="FF0000"/>
                </a:solidFill>
                <a:latin typeface="+mj-lt"/>
              </a:rPr>
              <a:t>の予稿参照</a:t>
            </a:r>
            <a:r>
              <a:rPr kumimoji="1" lang="ja-JP" altLang="en-US" sz="1400" dirty="0">
                <a:latin typeface="+mj-lt"/>
              </a:rPr>
              <a:t>）を検討しているが、</a:t>
            </a:r>
            <a:endParaRPr kumimoji="1" lang="en-US" altLang="ja-JP" sz="1400" dirty="0">
              <a:latin typeface="+mj-lt"/>
            </a:endParaRPr>
          </a:p>
          <a:p>
            <a:pPr algn="l"/>
            <a:r>
              <a:rPr kumimoji="1" lang="ja-JP" altLang="en-US" sz="1400" dirty="0">
                <a:latin typeface="+mj-lt"/>
              </a:rPr>
              <a:t>　　</a:t>
            </a:r>
            <a:r>
              <a:rPr kumimoji="1" lang="ja-JP" altLang="en-US" sz="1400" b="1" u="sng" dirty="0">
                <a:solidFill>
                  <a:srgbClr val="FF0000"/>
                </a:solidFill>
                <a:latin typeface="+mj-lt"/>
              </a:rPr>
              <a:t>果たしてこのドメインでも</a:t>
            </a:r>
            <a:r>
              <a:rPr kumimoji="1" lang="en-US" altLang="ja-JP" sz="1400" b="1" u="sng" dirty="0">
                <a:solidFill>
                  <a:srgbClr val="FF0000"/>
                </a:solidFill>
                <a:latin typeface="+mj-lt"/>
              </a:rPr>
              <a:t>LLM</a:t>
            </a:r>
            <a:r>
              <a:rPr kumimoji="1" lang="ja-JP" altLang="en-US" sz="1400" b="1" u="sng" dirty="0">
                <a:solidFill>
                  <a:srgbClr val="FF0000"/>
                </a:solidFill>
                <a:latin typeface="+mj-lt"/>
              </a:rPr>
              <a:t>が領域知識に基づいて正しく</a:t>
            </a:r>
            <a:r>
              <a:rPr kumimoji="1" lang="en-US" altLang="ja-JP" sz="1400" b="1" u="sng" dirty="0">
                <a:solidFill>
                  <a:srgbClr val="FF0000"/>
                </a:solidFill>
                <a:latin typeface="+mj-lt"/>
              </a:rPr>
              <a:t>/</a:t>
            </a:r>
            <a:r>
              <a:rPr kumimoji="1" lang="ja-JP" altLang="en-US" sz="1400" b="1" u="sng" dirty="0">
                <a:solidFill>
                  <a:srgbClr val="FF0000"/>
                </a:solidFill>
                <a:latin typeface="+mj-lt"/>
              </a:rPr>
              <a:t>フェアに動いてくれるか等の論点が残っている</a:t>
            </a:r>
            <a:br>
              <a:rPr kumimoji="1" lang="en-US" altLang="ja-JP" sz="1400" b="1" u="sng" dirty="0">
                <a:solidFill>
                  <a:srgbClr val="FF0000"/>
                </a:solidFill>
                <a:latin typeface="+mj-lt"/>
              </a:rPr>
            </a:br>
            <a:endParaRPr kumimoji="1" lang="en-US" altLang="ja-JP" sz="1400" b="1" u="sng" dirty="0">
              <a:solidFill>
                <a:srgbClr val="FF0000"/>
              </a:solidFill>
              <a:latin typeface="+mj-lt"/>
            </a:endParaRPr>
          </a:p>
          <a:p>
            <a:r>
              <a:rPr kumimoji="1" lang="ja-JP" altLang="en-US" sz="1400" dirty="0"/>
              <a:t>✓ この例でいえば、</a:t>
            </a:r>
            <a:r>
              <a:rPr kumimoji="1" lang="en-US" altLang="ja-JP" sz="1400" dirty="0"/>
              <a:t>2</a:t>
            </a:r>
            <a:r>
              <a:rPr kumimoji="1" lang="en-US" altLang="ja-JP" sz="1400" baseline="30000" dirty="0"/>
              <a:t>nd</a:t>
            </a:r>
            <a:r>
              <a:rPr kumimoji="1" lang="en-US" altLang="ja-JP" sz="1400" dirty="0"/>
              <a:t> step</a:t>
            </a:r>
            <a:r>
              <a:rPr kumimoji="1" lang="ja-JP" altLang="en-US" sz="1400" dirty="0"/>
              <a:t>は特に、</a:t>
            </a:r>
            <a:r>
              <a:rPr kumimoji="1" lang="ja-JP" altLang="en-US" sz="1400" b="1" u="sng" dirty="0">
                <a:solidFill>
                  <a:srgbClr val="FF0000"/>
                </a:solidFill>
              </a:rPr>
              <a:t>ドメイン知識に基づく質問応答機能</a:t>
            </a:r>
            <a:r>
              <a:rPr kumimoji="1" lang="ja-JP" altLang="en-US" sz="1400" dirty="0"/>
              <a:t>が問われる</a:t>
            </a:r>
            <a:endParaRPr kumimoji="1" lang="en-US" altLang="ja-JP" sz="1400" b="1" u="sng" dirty="0">
              <a:solidFill>
                <a:srgbClr val="FF0000"/>
              </a:solidFill>
              <a:latin typeface="+mj-lt"/>
            </a:endParaRPr>
          </a:p>
        </p:txBody>
      </p:sp>
    </p:spTree>
    <p:extLst>
      <p:ext uri="{BB962C8B-B14F-4D97-AF65-F5344CB8AC3E}">
        <p14:creationId xmlns:p14="http://schemas.microsoft.com/office/powerpoint/2010/main" val="4739969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5B88A0-ACA3-2412-DE3A-BE49A2200D67}"/>
              </a:ext>
            </a:extLst>
          </p:cNvPr>
          <p:cNvSpPr>
            <a:spLocks noGrp="1"/>
          </p:cNvSpPr>
          <p:nvPr>
            <p:ph type="title"/>
          </p:nvPr>
        </p:nvSpPr>
        <p:spPr/>
        <p:txBody>
          <a:bodyPr/>
          <a:lstStyle/>
          <a:p>
            <a:r>
              <a:rPr kumimoji="1" lang="ja-JP" altLang="en-US" dirty="0"/>
              <a:t>本研究の目的・概要</a:t>
            </a:r>
          </a:p>
        </p:txBody>
      </p:sp>
      <p:sp>
        <p:nvSpPr>
          <p:cNvPr id="3" name="スライド番号プレースホルダー 2">
            <a:extLst>
              <a:ext uri="{FF2B5EF4-FFF2-40B4-BE49-F238E27FC236}">
                <a16:creationId xmlns:a16="http://schemas.microsoft.com/office/drawing/2014/main" id="{E41AA363-C891-5952-45A6-9BE7BB5DF97D}"/>
              </a:ext>
            </a:extLst>
          </p:cNvPr>
          <p:cNvSpPr>
            <a:spLocks noGrp="1"/>
          </p:cNvSpPr>
          <p:nvPr>
            <p:ph type="sldNum" sz="quarter" idx="12"/>
          </p:nvPr>
        </p:nvSpPr>
        <p:spPr/>
        <p:txBody>
          <a:bodyPr/>
          <a:lstStyle/>
          <a:p>
            <a:pPr fontAlgn="auto">
              <a:spcBef>
                <a:spcPts val="0"/>
              </a:spcBef>
              <a:spcAft>
                <a:spcPts val="0"/>
              </a:spcAft>
            </a:pPr>
            <a:fld id="{14672B03-F2D0-4851-B792-39C5CEFB63BA}" type="slidenum">
              <a:rPr lang="ja-JP" altLang="en-US" smtClean="0">
                <a:latin typeface="Meiryo UI"/>
                <a:ea typeface="Meiryo UI"/>
              </a:rPr>
              <a:pPr fontAlgn="auto">
                <a:spcBef>
                  <a:spcPts val="0"/>
                </a:spcBef>
                <a:spcAft>
                  <a:spcPts val="0"/>
                </a:spcAft>
              </a:pPr>
              <a:t>3</a:t>
            </a:fld>
            <a:endParaRPr lang="ja-JP" altLang="en-US" dirty="0">
              <a:latin typeface="Meiryo UI"/>
              <a:ea typeface="Meiryo UI"/>
            </a:endParaRPr>
          </a:p>
        </p:txBody>
      </p:sp>
      <p:sp>
        <p:nvSpPr>
          <p:cNvPr id="4" name="テキスト ボックス 3">
            <a:extLst>
              <a:ext uri="{FF2B5EF4-FFF2-40B4-BE49-F238E27FC236}">
                <a16:creationId xmlns:a16="http://schemas.microsoft.com/office/drawing/2014/main" id="{0142759B-3E59-5278-5651-66B6D711F1B2}"/>
              </a:ext>
            </a:extLst>
          </p:cNvPr>
          <p:cNvSpPr txBox="1"/>
          <p:nvPr/>
        </p:nvSpPr>
        <p:spPr>
          <a:xfrm>
            <a:off x="180202" y="1720840"/>
            <a:ext cx="8783596" cy="3416320"/>
          </a:xfrm>
          <a:prstGeom prst="rect">
            <a:avLst/>
          </a:prstGeom>
          <a:noFill/>
        </p:spPr>
        <p:txBody>
          <a:bodyPr wrap="square" rtlCol="0">
            <a:spAutoFit/>
          </a:bodyPr>
          <a:lstStyle/>
          <a:p>
            <a:pPr algn="l"/>
            <a:r>
              <a:rPr kumimoji="1" lang="ja-JP" altLang="en-US" sz="2000" dirty="0">
                <a:latin typeface="+mj-lt"/>
              </a:rPr>
              <a:t>✓ 政策研究ドメインにおいて、</a:t>
            </a:r>
            <a:r>
              <a:rPr kumimoji="1" lang="en-US" altLang="ja-JP" sz="2000" dirty="0">
                <a:latin typeface="+mj-lt"/>
              </a:rPr>
              <a:t>LLM</a:t>
            </a:r>
            <a:r>
              <a:rPr kumimoji="1" lang="ja-JP" altLang="en-US" sz="2000" dirty="0">
                <a:latin typeface="+mj-lt"/>
              </a:rPr>
              <a:t>が、既存の領域知識と整合し、</a:t>
            </a:r>
            <a:endParaRPr kumimoji="1" lang="en-US" altLang="ja-JP" sz="2000" dirty="0">
              <a:latin typeface="+mj-lt"/>
            </a:endParaRPr>
          </a:p>
          <a:p>
            <a:pPr algn="l"/>
            <a:r>
              <a:rPr kumimoji="1" lang="ja-JP" altLang="en-US" sz="2000" dirty="0">
                <a:latin typeface="+mj-lt"/>
              </a:rPr>
              <a:t>　　意味的・論理的に破綻のない出力（質問応答）がどの程度可能か</a:t>
            </a:r>
            <a:endParaRPr kumimoji="1" lang="en-US" altLang="ja-JP" sz="2000" dirty="0">
              <a:latin typeface="+mj-lt"/>
            </a:endParaRPr>
          </a:p>
          <a:p>
            <a:pPr algn="l"/>
            <a:r>
              <a:rPr kumimoji="1" lang="ja-JP" altLang="en-US" sz="2000" dirty="0">
                <a:latin typeface="+mj-lt"/>
              </a:rPr>
              <a:t>　　</a:t>
            </a:r>
            <a:r>
              <a:rPr kumimoji="1" lang="ja-JP" altLang="en-US" sz="2000" b="1" dirty="0">
                <a:solidFill>
                  <a:srgbClr val="FF0000"/>
                </a:solidFill>
                <a:latin typeface="+mj-lt"/>
              </a:rPr>
              <a:t>（≒ 政策研究のドメインの専門家として正しく</a:t>
            </a:r>
            <a:r>
              <a:rPr kumimoji="1" lang="en-US" altLang="ja-JP" sz="2000" b="1" dirty="0">
                <a:solidFill>
                  <a:srgbClr val="FF0000"/>
                </a:solidFill>
                <a:latin typeface="+mj-lt"/>
              </a:rPr>
              <a:t>/</a:t>
            </a:r>
            <a:r>
              <a:rPr kumimoji="1" lang="ja-JP" altLang="en-US" sz="2000" b="1" dirty="0">
                <a:solidFill>
                  <a:srgbClr val="FF0000"/>
                </a:solidFill>
                <a:latin typeface="+mj-lt"/>
              </a:rPr>
              <a:t>フェアに助言したり、</a:t>
            </a:r>
            <a:endParaRPr kumimoji="1" lang="en-US" altLang="ja-JP" sz="2000" b="1" dirty="0">
              <a:solidFill>
                <a:srgbClr val="FF0000"/>
              </a:solidFill>
              <a:latin typeface="+mj-lt"/>
            </a:endParaRPr>
          </a:p>
          <a:p>
            <a:pPr algn="l"/>
            <a:r>
              <a:rPr kumimoji="1" lang="ja-JP" altLang="en-US" sz="2000" b="1" dirty="0">
                <a:solidFill>
                  <a:srgbClr val="FF0000"/>
                </a:solidFill>
                <a:latin typeface="+mj-lt"/>
              </a:rPr>
              <a:t>　　　　　考察・解釈をすることが可能か）</a:t>
            </a:r>
            <a:r>
              <a:rPr kumimoji="1" lang="ja-JP" altLang="en-US" sz="2000" dirty="0">
                <a:latin typeface="+mj-lt"/>
              </a:rPr>
              <a:t>、</a:t>
            </a:r>
            <a:endParaRPr kumimoji="1" lang="en-US" altLang="ja-JP" sz="2000" dirty="0">
              <a:latin typeface="+mj-lt"/>
            </a:endParaRPr>
          </a:p>
          <a:p>
            <a:pPr algn="l"/>
            <a:r>
              <a:rPr kumimoji="1" lang="en-US" altLang="ja-JP" sz="2000" dirty="0">
                <a:latin typeface="+mj-lt"/>
              </a:rPr>
              <a:t>    </a:t>
            </a:r>
            <a:r>
              <a:rPr kumimoji="1" lang="ja-JP" altLang="en-US" sz="2000" dirty="0">
                <a:latin typeface="+mj-lt"/>
              </a:rPr>
              <a:t>その「能力」を評価するための枠組みを検討</a:t>
            </a:r>
            <a:endParaRPr kumimoji="1" lang="en-US" altLang="ja-JP" sz="2000" dirty="0">
              <a:latin typeface="+mj-lt"/>
            </a:endParaRPr>
          </a:p>
          <a:p>
            <a:pPr algn="l"/>
            <a:r>
              <a:rPr kumimoji="1" lang="ja-JP" altLang="en-US" sz="2000" dirty="0">
                <a:latin typeface="+mj-lt"/>
              </a:rPr>
              <a:t>　</a:t>
            </a:r>
            <a:endParaRPr kumimoji="1" lang="en-US" altLang="ja-JP" sz="2000" dirty="0">
              <a:latin typeface="+mj-lt"/>
            </a:endParaRPr>
          </a:p>
          <a:p>
            <a:pPr algn="l"/>
            <a:r>
              <a:rPr kumimoji="1" lang="ja-JP" altLang="en-US" dirty="0">
                <a:latin typeface="+mj-lt"/>
              </a:rPr>
              <a:t>　　</a:t>
            </a:r>
            <a:r>
              <a:rPr kumimoji="1" lang="en-US" altLang="ja-JP" dirty="0">
                <a:latin typeface="+mj-lt"/>
              </a:rPr>
              <a:t>※</a:t>
            </a:r>
            <a:r>
              <a:rPr kumimoji="1" lang="ja-JP" altLang="en-US" dirty="0">
                <a:latin typeface="+mj-lt"/>
              </a:rPr>
              <a:t>　特に本研究では、博士課程進学に関する政策領域での因果判定に必要な知識を、</a:t>
            </a:r>
            <a:endParaRPr kumimoji="1" lang="en-US" altLang="ja-JP" dirty="0">
              <a:latin typeface="+mj-lt"/>
            </a:endParaRPr>
          </a:p>
          <a:p>
            <a:pPr algn="l"/>
            <a:r>
              <a:rPr kumimoji="1" lang="ja-JP" altLang="en-US" dirty="0">
                <a:latin typeface="+mj-lt"/>
              </a:rPr>
              <a:t>　　　</a:t>
            </a:r>
            <a:r>
              <a:rPr kumimoji="1" lang="en-US" altLang="ja-JP" dirty="0">
                <a:latin typeface="+mj-lt"/>
              </a:rPr>
              <a:t>LLM</a:t>
            </a:r>
            <a:r>
              <a:rPr kumimoji="1" lang="ja-JP" altLang="en-US" dirty="0">
                <a:latin typeface="+mj-lt"/>
              </a:rPr>
              <a:t>がどの程度有しているかを測定することを例として取り上げる</a:t>
            </a:r>
            <a:endParaRPr kumimoji="1" lang="en-US" altLang="ja-JP" dirty="0">
              <a:latin typeface="+mj-lt"/>
            </a:endParaRPr>
          </a:p>
          <a:p>
            <a:pPr algn="l"/>
            <a:endParaRPr kumimoji="1" lang="en-US" altLang="ja-JP" sz="2000" dirty="0">
              <a:latin typeface="+mj-lt"/>
            </a:endParaRPr>
          </a:p>
          <a:p>
            <a:pPr algn="l"/>
            <a:r>
              <a:rPr kumimoji="1" lang="ja-JP" altLang="en-US" sz="2000" dirty="0">
                <a:latin typeface="+mj-lt"/>
              </a:rPr>
              <a:t>✓ </a:t>
            </a:r>
            <a:r>
              <a:rPr kumimoji="1" lang="en-US" altLang="ja-JP" sz="2000" dirty="0">
                <a:latin typeface="+mj-lt"/>
              </a:rPr>
              <a:t>LLM</a:t>
            </a:r>
            <a:r>
              <a:rPr kumimoji="1" lang="ja-JP" altLang="en-US" sz="2000" dirty="0">
                <a:latin typeface="+mj-lt"/>
              </a:rPr>
              <a:t>の「能力」評価に関するベンチマークの在り方をレビューし、</a:t>
            </a:r>
            <a:endParaRPr kumimoji="1" lang="en-US" altLang="ja-JP" sz="2000" dirty="0">
              <a:latin typeface="+mj-lt"/>
            </a:endParaRPr>
          </a:p>
          <a:p>
            <a:pPr algn="l"/>
            <a:r>
              <a:rPr kumimoji="1" lang="ja-JP" altLang="en-US" sz="2000" dirty="0">
                <a:latin typeface="+mj-lt"/>
              </a:rPr>
              <a:t>　　</a:t>
            </a:r>
            <a:r>
              <a:rPr kumimoji="1" lang="ja-JP" altLang="en-US" sz="2000" b="1" dirty="0">
                <a:solidFill>
                  <a:srgbClr val="FF0000"/>
                </a:solidFill>
                <a:latin typeface="+mj-lt"/>
              </a:rPr>
              <a:t>新たな方法論やアルゴリズムの提案・試行的な実験</a:t>
            </a:r>
            <a:r>
              <a:rPr kumimoji="1" lang="ja-JP" altLang="en-US" sz="2000" dirty="0">
                <a:latin typeface="+mj-lt"/>
              </a:rPr>
              <a:t>を実施</a:t>
            </a:r>
            <a:endParaRPr kumimoji="1" lang="en-US" altLang="ja-JP" sz="2000" dirty="0">
              <a:latin typeface="+mj-lt"/>
            </a:endParaRPr>
          </a:p>
        </p:txBody>
      </p:sp>
    </p:spTree>
    <p:extLst>
      <p:ext uri="{BB962C8B-B14F-4D97-AF65-F5344CB8AC3E}">
        <p14:creationId xmlns:p14="http://schemas.microsoft.com/office/powerpoint/2010/main" val="1326386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8F84093-EBDF-F351-6B23-AD809FD89C61}"/>
              </a:ext>
            </a:extLst>
          </p:cNvPr>
          <p:cNvSpPr>
            <a:spLocks noGrp="1"/>
          </p:cNvSpPr>
          <p:nvPr>
            <p:ph type="title"/>
          </p:nvPr>
        </p:nvSpPr>
        <p:spPr/>
        <p:txBody>
          <a:bodyPr/>
          <a:lstStyle/>
          <a:p>
            <a:r>
              <a:rPr kumimoji="1" lang="en-US" altLang="ja-JP" dirty="0"/>
              <a:t>LLM</a:t>
            </a:r>
            <a:r>
              <a:rPr kumimoji="1" lang="ja-JP" altLang="en-US" dirty="0"/>
              <a:t>の出力原理と現実的な評価方法の考え方</a:t>
            </a:r>
          </a:p>
        </p:txBody>
      </p:sp>
      <p:sp>
        <p:nvSpPr>
          <p:cNvPr id="3" name="スライド番号プレースホルダー 2">
            <a:extLst>
              <a:ext uri="{FF2B5EF4-FFF2-40B4-BE49-F238E27FC236}">
                <a16:creationId xmlns:a16="http://schemas.microsoft.com/office/drawing/2014/main" id="{08602EB4-C2E7-A513-6264-CABAD7D918A3}"/>
              </a:ext>
            </a:extLst>
          </p:cNvPr>
          <p:cNvSpPr>
            <a:spLocks noGrp="1"/>
          </p:cNvSpPr>
          <p:nvPr>
            <p:ph type="sldNum" sz="quarter" idx="12"/>
          </p:nvPr>
        </p:nvSpPr>
        <p:spPr/>
        <p:txBody>
          <a:bodyPr/>
          <a:lstStyle/>
          <a:p>
            <a:pPr fontAlgn="auto">
              <a:spcBef>
                <a:spcPts val="0"/>
              </a:spcBef>
              <a:spcAft>
                <a:spcPts val="0"/>
              </a:spcAft>
            </a:pPr>
            <a:fld id="{14672B03-F2D0-4851-B792-39C5CEFB63BA}" type="slidenum">
              <a:rPr lang="ja-JP" altLang="en-US" smtClean="0">
                <a:latin typeface="Meiryo UI"/>
                <a:ea typeface="Meiryo UI"/>
              </a:rPr>
              <a:pPr fontAlgn="auto">
                <a:spcBef>
                  <a:spcPts val="0"/>
                </a:spcBef>
                <a:spcAft>
                  <a:spcPts val="0"/>
                </a:spcAft>
              </a:pPr>
              <a:t>4</a:t>
            </a:fld>
            <a:endParaRPr lang="ja-JP" altLang="en-US" dirty="0">
              <a:latin typeface="Meiryo UI"/>
              <a:ea typeface="Meiryo UI"/>
            </a:endParaRPr>
          </a:p>
        </p:txBody>
      </p:sp>
      <p:sp>
        <p:nvSpPr>
          <p:cNvPr id="4" name="テキスト ボックス 3">
            <a:extLst>
              <a:ext uri="{FF2B5EF4-FFF2-40B4-BE49-F238E27FC236}">
                <a16:creationId xmlns:a16="http://schemas.microsoft.com/office/drawing/2014/main" id="{79018AB0-FC3A-71FF-3A29-DF18C3680142}"/>
              </a:ext>
            </a:extLst>
          </p:cNvPr>
          <p:cNvSpPr txBox="1"/>
          <p:nvPr/>
        </p:nvSpPr>
        <p:spPr>
          <a:xfrm>
            <a:off x="65888" y="805872"/>
            <a:ext cx="8914825" cy="5293757"/>
          </a:xfrm>
          <a:prstGeom prst="rect">
            <a:avLst/>
          </a:prstGeom>
          <a:noFill/>
        </p:spPr>
        <p:txBody>
          <a:bodyPr wrap="square" rtlCol="0">
            <a:spAutoFit/>
          </a:bodyPr>
          <a:lstStyle/>
          <a:p>
            <a:pPr algn="l"/>
            <a:r>
              <a:rPr kumimoji="1" lang="ja-JP" altLang="en-US" b="1" dirty="0">
                <a:latin typeface="+mj-lt"/>
              </a:rPr>
              <a:t>●</a:t>
            </a:r>
            <a:r>
              <a:rPr kumimoji="1" lang="en-US" altLang="ja-JP" b="1" dirty="0">
                <a:latin typeface="+mj-lt"/>
              </a:rPr>
              <a:t>LLM</a:t>
            </a:r>
            <a:r>
              <a:rPr kumimoji="1" lang="ja-JP" altLang="en-US" b="1" dirty="0">
                <a:latin typeface="+mj-lt"/>
              </a:rPr>
              <a:t>の出力原理</a:t>
            </a:r>
            <a:r>
              <a:rPr kumimoji="1" lang="en-US" altLang="ja-JP" b="1" dirty="0">
                <a:latin typeface="+mj-lt"/>
              </a:rPr>
              <a:t>:</a:t>
            </a:r>
            <a:r>
              <a:rPr kumimoji="1" lang="ja-JP" altLang="en-US" b="1" dirty="0">
                <a:latin typeface="+mj-lt"/>
              </a:rPr>
              <a:t>「次単語予測」</a:t>
            </a:r>
            <a:endParaRPr kumimoji="1" lang="en-US" altLang="ja-JP" b="1" dirty="0">
              <a:latin typeface="+mj-lt"/>
            </a:endParaRPr>
          </a:p>
          <a:p>
            <a:pPr algn="l"/>
            <a:r>
              <a:rPr kumimoji="1" lang="en-US" altLang="ja-JP" dirty="0">
                <a:latin typeface="+mj-lt"/>
              </a:rPr>
              <a:t>…</a:t>
            </a:r>
            <a:r>
              <a:rPr kumimoji="1" lang="ja-JP" altLang="en-US" dirty="0">
                <a:latin typeface="+mj-lt"/>
              </a:rPr>
              <a:t>プロンプトやそこまでに出力されたトークン列に基づいた、条件付き確率に従って、</a:t>
            </a:r>
            <a:endParaRPr kumimoji="1" lang="en-US" altLang="ja-JP" dirty="0">
              <a:latin typeface="+mj-lt"/>
            </a:endParaRPr>
          </a:p>
          <a:p>
            <a:pPr algn="l"/>
            <a:r>
              <a:rPr kumimoji="1" lang="en-US" altLang="ja-JP" dirty="0">
                <a:latin typeface="+mj-lt"/>
              </a:rPr>
              <a:t>   </a:t>
            </a:r>
            <a:r>
              <a:rPr kumimoji="1" lang="ja-JP" altLang="en-US" dirty="0">
                <a:latin typeface="+mj-lt"/>
              </a:rPr>
              <a:t>確率的にトークンが選択・出力される</a:t>
            </a:r>
            <a:endParaRPr kumimoji="1" lang="en-US" altLang="ja-JP" dirty="0">
              <a:latin typeface="+mj-lt"/>
            </a:endParaRPr>
          </a:p>
          <a:p>
            <a:pPr algn="l"/>
            <a:endParaRPr kumimoji="1" lang="en-US" altLang="ja-JP" dirty="0">
              <a:latin typeface="+mj-lt"/>
            </a:endParaRPr>
          </a:p>
          <a:p>
            <a:pPr algn="l"/>
            <a:r>
              <a:rPr kumimoji="1" lang="ja-JP" altLang="en-US" dirty="0">
                <a:solidFill>
                  <a:srgbClr val="FF0000"/>
                </a:solidFill>
                <a:latin typeface="+mj-lt"/>
              </a:rPr>
              <a:t>➡ ある文脈（与えたプロンプト）で特定のトークンが生成されるかどうか</a:t>
            </a:r>
            <a:r>
              <a:rPr kumimoji="1" lang="en-US" altLang="ja-JP" baseline="30000" dirty="0">
                <a:solidFill>
                  <a:srgbClr val="FF0000"/>
                </a:solidFill>
                <a:latin typeface="+mj-lt"/>
              </a:rPr>
              <a:t>※</a:t>
            </a:r>
            <a:r>
              <a:rPr kumimoji="1" lang="ja-JP" altLang="en-US" dirty="0">
                <a:solidFill>
                  <a:srgbClr val="FF0000"/>
                </a:solidFill>
                <a:latin typeface="+mj-lt"/>
              </a:rPr>
              <a:t>を確認することで、</a:t>
            </a:r>
            <a:endParaRPr kumimoji="1" lang="en-US" altLang="ja-JP" dirty="0">
              <a:solidFill>
                <a:srgbClr val="FF0000"/>
              </a:solidFill>
              <a:latin typeface="+mj-lt"/>
            </a:endParaRPr>
          </a:p>
          <a:p>
            <a:pPr algn="l"/>
            <a:r>
              <a:rPr kumimoji="1" lang="ja-JP" altLang="en-US" dirty="0">
                <a:solidFill>
                  <a:srgbClr val="FF0000"/>
                </a:solidFill>
                <a:latin typeface="+mj-lt"/>
              </a:rPr>
              <a:t>　 質問応答の性能を見られる</a:t>
            </a:r>
            <a:endParaRPr kumimoji="1" lang="en-US" altLang="ja-JP" dirty="0">
              <a:solidFill>
                <a:srgbClr val="FF0000"/>
              </a:solidFill>
              <a:latin typeface="+mj-lt"/>
            </a:endParaRPr>
          </a:p>
          <a:p>
            <a:r>
              <a:rPr kumimoji="1" lang="ja-JP" altLang="en-US" dirty="0">
                <a:solidFill>
                  <a:srgbClr val="FF0000"/>
                </a:solidFill>
                <a:latin typeface="+mj-lt"/>
              </a:rPr>
              <a:t>　 </a:t>
            </a:r>
            <a:r>
              <a:rPr kumimoji="1" lang="en-US" altLang="ja-JP" sz="1400" dirty="0">
                <a:solidFill>
                  <a:srgbClr val="FF0000"/>
                </a:solidFill>
                <a:latin typeface="+mj-lt"/>
              </a:rPr>
              <a:t>※</a:t>
            </a:r>
            <a:r>
              <a:rPr kumimoji="1" lang="ja-JP" altLang="en-US" sz="1400" u="sng" dirty="0">
                <a:solidFill>
                  <a:srgbClr val="FF0000"/>
                </a:solidFill>
              </a:rPr>
              <a:t>多くの</a:t>
            </a:r>
            <a:r>
              <a:rPr kumimoji="1" lang="en-US" altLang="ja-JP" sz="1400" u="sng" dirty="0">
                <a:solidFill>
                  <a:srgbClr val="FF0000"/>
                </a:solidFill>
              </a:rPr>
              <a:t>LLM</a:t>
            </a:r>
            <a:r>
              <a:rPr kumimoji="1" lang="ja-JP" altLang="en-US" sz="1400" u="sng" dirty="0">
                <a:solidFill>
                  <a:srgbClr val="FF0000"/>
                </a:solidFill>
              </a:rPr>
              <a:t>では、</a:t>
            </a:r>
            <a:r>
              <a:rPr kumimoji="1" lang="en-US" altLang="ja-JP" sz="1400" u="sng" dirty="0">
                <a:solidFill>
                  <a:srgbClr val="FF0000"/>
                </a:solidFill>
              </a:rPr>
              <a:t>API</a:t>
            </a:r>
            <a:r>
              <a:rPr kumimoji="1" lang="ja-JP" altLang="en-US" sz="1400" u="sng" dirty="0">
                <a:solidFill>
                  <a:srgbClr val="FF0000"/>
                </a:solidFill>
              </a:rPr>
              <a:t>で</a:t>
            </a:r>
            <a:r>
              <a:rPr kumimoji="1" lang="en-US" altLang="ja-JP" sz="1400" u="sng" dirty="0">
                <a:solidFill>
                  <a:srgbClr val="FF0000"/>
                </a:solidFill>
              </a:rPr>
              <a:t>log-probability</a:t>
            </a:r>
            <a:r>
              <a:rPr kumimoji="1" lang="ja-JP" altLang="en-US" sz="1400" u="sng" dirty="0">
                <a:solidFill>
                  <a:srgbClr val="FF0000"/>
                </a:solidFill>
              </a:rPr>
              <a:t>として、トークンの生成確率を出力可能</a:t>
            </a:r>
            <a:r>
              <a:rPr kumimoji="1" lang="ja-JP" altLang="en-US" sz="1400" dirty="0">
                <a:solidFill>
                  <a:srgbClr val="FF0000"/>
                </a:solidFill>
              </a:rPr>
              <a:t>。</a:t>
            </a:r>
            <a:endParaRPr kumimoji="1" lang="en-US" altLang="ja-JP" sz="1400" dirty="0">
              <a:solidFill>
                <a:srgbClr val="FF0000"/>
              </a:solidFill>
            </a:endParaRPr>
          </a:p>
          <a:p>
            <a:r>
              <a:rPr kumimoji="1" lang="ja-JP" altLang="en-US" sz="1400" dirty="0">
                <a:solidFill>
                  <a:srgbClr val="FF0000"/>
                </a:solidFill>
              </a:rPr>
              <a:t>　　　 しかし、 </a:t>
            </a:r>
            <a:r>
              <a:rPr kumimoji="1" lang="en-US" altLang="ja-JP" sz="1400" dirty="0">
                <a:solidFill>
                  <a:srgbClr val="FF0000"/>
                </a:solidFill>
                <a:latin typeface="+mj-lt"/>
              </a:rPr>
              <a:t>LLM</a:t>
            </a:r>
            <a:r>
              <a:rPr kumimoji="1" lang="ja-JP" altLang="en-US" sz="1400" dirty="0">
                <a:solidFill>
                  <a:srgbClr val="FF0000"/>
                </a:solidFill>
                <a:latin typeface="+mj-lt"/>
              </a:rPr>
              <a:t>系の先行研究では、まだこの機能による質問応答の性能評価に踏み込んでいる研究は、多くない。</a:t>
            </a:r>
            <a:endParaRPr kumimoji="1" lang="en-US" altLang="ja-JP" sz="1400" dirty="0">
              <a:solidFill>
                <a:srgbClr val="FF0000"/>
              </a:solidFill>
              <a:latin typeface="+mj-lt"/>
            </a:endParaRPr>
          </a:p>
          <a:p>
            <a:pPr algn="l"/>
            <a:endParaRPr kumimoji="1" lang="en-US" altLang="ja-JP" dirty="0">
              <a:latin typeface="+mj-lt"/>
            </a:endParaRPr>
          </a:p>
          <a:p>
            <a:pPr algn="l"/>
            <a:r>
              <a:rPr kumimoji="1" lang="ja-JP" altLang="en-US" dirty="0">
                <a:latin typeface="+mj-lt"/>
              </a:rPr>
              <a:t>●</a:t>
            </a:r>
            <a:r>
              <a:rPr kumimoji="1" lang="ja-JP" altLang="en-US" b="1" dirty="0">
                <a:latin typeface="+mj-lt"/>
              </a:rPr>
              <a:t>測定対象の考え方</a:t>
            </a:r>
            <a:endParaRPr kumimoji="1" lang="en-US" altLang="ja-JP" b="1" dirty="0">
              <a:latin typeface="+mj-lt"/>
            </a:endParaRPr>
          </a:p>
          <a:p>
            <a:pPr algn="l"/>
            <a:r>
              <a:rPr kumimoji="1" lang="en-US" altLang="ja-JP" dirty="0">
                <a:latin typeface="+mj-lt"/>
              </a:rPr>
              <a:t>…</a:t>
            </a:r>
            <a:r>
              <a:rPr kumimoji="1" lang="ja-JP" altLang="en-US" dirty="0">
                <a:latin typeface="+mj-lt"/>
              </a:rPr>
              <a:t>「そのまま動く</a:t>
            </a:r>
            <a:r>
              <a:rPr kumimoji="1" lang="en-US" altLang="ja-JP" dirty="0">
                <a:latin typeface="+mj-lt"/>
              </a:rPr>
              <a:t>code</a:t>
            </a:r>
            <a:r>
              <a:rPr kumimoji="1" lang="ja-JP" altLang="en-US" dirty="0">
                <a:latin typeface="+mj-lt"/>
              </a:rPr>
              <a:t>を書けるか」とか「流暢・適切に要約や言い換えができるか」といった</a:t>
            </a:r>
            <a:endParaRPr kumimoji="1" lang="en-US" altLang="ja-JP" dirty="0">
              <a:latin typeface="+mj-lt"/>
            </a:endParaRPr>
          </a:p>
          <a:p>
            <a:pPr algn="l"/>
            <a:r>
              <a:rPr kumimoji="1" lang="ja-JP" altLang="en-US" dirty="0">
                <a:latin typeface="+mj-lt"/>
              </a:rPr>
              <a:t>　複雑なタスクであれば、トークン列全体の生成を考える必要があり、</a:t>
            </a:r>
            <a:endParaRPr kumimoji="1" lang="en-US" altLang="ja-JP" dirty="0">
              <a:latin typeface="+mj-lt"/>
            </a:endParaRPr>
          </a:p>
          <a:p>
            <a:pPr algn="l"/>
            <a:r>
              <a:rPr kumimoji="1" lang="ja-JP" altLang="en-US" dirty="0">
                <a:latin typeface="+mj-lt"/>
              </a:rPr>
              <a:t>　厳密に一つの応答について定量的に測定しようとすると、</a:t>
            </a:r>
            <a:endParaRPr kumimoji="1" lang="en-US" altLang="ja-JP" dirty="0">
              <a:latin typeface="+mj-lt"/>
            </a:endParaRPr>
          </a:p>
          <a:p>
            <a:pPr algn="l"/>
            <a:r>
              <a:rPr kumimoji="1" lang="ja-JP" altLang="en-US" dirty="0">
                <a:latin typeface="+mj-lt"/>
              </a:rPr>
              <a:t>　・この条件付き確率の積を見る</a:t>
            </a:r>
            <a:endParaRPr kumimoji="1" lang="en-US" altLang="ja-JP" dirty="0">
              <a:latin typeface="+mj-lt"/>
            </a:endParaRPr>
          </a:p>
          <a:p>
            <a:pPr algn="l"/>
            <a:r>
              <a:rPr kumimoji="1" lang="ja-JP" altLang="en-US" dirty="0">
                <a:latin typeface="+mj-lt"/>
              </a:rPr>
              <a:t>　・あるいは何回も回答をランダムに生成する</a:t>
            </a:r>
            <a:endParaRPr kumimoji="1" lang="en-US" altLang="ja-JP" dirty="0">
              <a:latin typeface="+mj-lt"/>
            </a:endParaRPr>
          </a:p>
          <a:p>
            <a:pPr algn="l"/>
            <a:r>
              <a:rPr kumimoji="1" lang="ja-JP" altLang="en-US" dirty="0">
                <a:latin typeface="+mj-lt"/>
              </a:rPr>
              <a:t>　といった、高コストな測定になってしまう</a:t>
            </a:r>
            <a:endParaRPr kumimoji="1" lang="en-US" altLang="ja-JP" dirty="0">
              <a:latin typeface="+mj-lt"/>
            </a:endParaRPr>
          </a:p>
          <a:p>
            <a:pPr algn="l"/>
            <a:endParaRPr kumimoji="1" lang="en-US" altLang="ja-JP" dirty="0">
              <a:latin typeface="+mj-lt"/>
            </a:endParaRPr>
          </a:p>
          <a:p>
            <a:pPr algn="l"/>
            <a:r>
              <a:rPr kumimoji="1" lang="ja-JP" altLang="en-US" dirty="0">
                <a:solidFill>
                  <a:srgbClr val="FF0000"/>
                </a:solidFill>
                <a:latin typeface="+mj-lt"/>
              </a:rPr>
              <a:t>➡ プロンプトを選択肢式の問題にしてしまい、選択肢のみを回答させることで、</a:t>
            </a:r>
            <a:endParaRPr kumimoji="1" lang="en-US" altLang="ja-JP" dirty="0">
              <a:solidFill>
                <a:srgbClr val="FF0000"/>
              </a:solidFill>
              <a:latin typeface="+mj-lt"/>
            </a:endParaRPr>
          </a:p>
          <a:p>
            <a:pPr algn="l"/>
            <a:r>
              <a:rPr kumimoji="1" lang="ja-JP" altLang="en-US" dirty="0">
                <a:solidFill>
                  <a:srgbClr val="FF0000"/>
                </a:solidFill>
                <a:latin typeface="+mj-lt"/>
              </a:rPr>
              <a:t>　その選択肢の出力確率に基づく、シンプルな質問応答性能の測定は可能</a:t>
            </a:r>
            <a:endParaRPr kumimoji="1" lang="en-US" altLang="ja-JP" dirty="0">
              <a:solidFill>
                <a:srgbClr val="FF0000"/>
              </a:solidFill>
              <a:latin typeface="+mj-lt"/>
            </a:endParaRPr>
          </a:p>
        </p:txBody>
      </p:sp>
      <p:sp>
        <p:nvSpPr>
          <p:cNvPr id="5" name="二等辺三角形 4">
            <a:extLst>
              <a:ext uri="{FF2B5EF4-FFF2-40B4-BE49-F238E27FC236}">
                <a16:creationId xmlns:a16="http://schemas.microsoft.com/office/drawing/2014/main" id="{FBE1DF06-C0A7-AB6B-D6B1-994C35CB4B54}"/>
              </a:ext>
            </a:extLst>
          </p:cNvPr>
          <p:cNvSpPr/>
          <p:nvPr/>
        </p:nvSpPr>
        <p:spPr>
          <a:xfrm rot="10800000">
            <a:off x="4057935" y="6039882"/>
            <a:ext cx="930729" cy="334736"/>
          </a:xfrm>
          <a:prstGeom prst="triangl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EF522C04-98B3-4861-7555-B18F1AA65A34}"/>
              </a:ext>
            </a:extLst>
          </p:cNvPr>
          <p:cNvSpPr txBox="1"/>
          <p:nvPr/>
        </p:nvSpPr>
        <p:spPr>
          <a:xfrm>
            <a:off x="229175" y="6346679"/>
            <a:ext cx="8914825" cy="369332"/>
          </a:xfrm>
          <a:prstGeom prst="rect">
            <a:avLst/>
          </a:prstGeom>
          <a:noFill/>
        </p:spPr>
        <p:txBody>
          <a:bodyPr wrap="square" rtlCol="0">
            <a:spAutoFit/>
          </a:bodyPr>
          <a:lstStyle/>
          <a:p>
            <a:pPr algn="l"/>
            <a:r>
              <a:rPr kumimoji="1" lang="ja-JP" altLang="en-US" b="1" dirty="0">
                <a:solidFill>
                  <a:srgbClr val="FF0000"/>
                </a:solidFill>
                <a:latin typeface="+mj-lt"/>
              </a:rPr>
              <a:t>領域知識に基づく質問応答性能を見るための、多肢選択式のベンチマークテストが効果的</a:t>
            </a:r>
            <a:endParaRPr kumimoji="1" lang="en-US" altLang="ja-JP" b="1" dirty="0">
              <a:solidFill>
                <a:srgbClr val="FF0000"/>
              </a:solidFill>
              <a:latin typeface="+mj-lt"/>
            </a:endParaRPr>
          </a:p>
        </p:txBody>
      </p:sp>
      <p:sp>
        <p:nvSpPr>
          <p:cNvPr id="7" name="テキスト ボックス 6">
            <a:extLst>
              <a:ext uri="{FF2B5EF4-FFF2-40B4-BE49-F238E27FC236}">
                <a16:creationId xmlns:a16="http://schemas.microsoft.com/office/drawing/2014/main" id="{452CE78C-7830-30E4-56EF-CC88C1463326}"/>
              </a:ext>
            </a:extLst>
          </p:cNvPr>
          <p:cNvSpPr txBox="1"/>
          <p:nvPr/>
        </p:nvSpPr>
        <p:spPr>
          <a:xfrm>
            <a:off x="6191346" y="2413591"/>
            <a:ext cx="2187110" cy="422167"/>
          </a:xfrm>
          <a:prstGeom prst="rect">
            <a:avLst/>
          </a:prstGeom>
          <a:noFill/>
        </p:spPr>
        <p:txBody>
          <a:bodyPr wrap="square" rtlCol="0">
            <a:spAutoFit/>
          </a:bodyPr>
          <a:lstStyle/>
          <a:p>
            <a:pPr algn="l">
              <a:lnSpc>
                <a:spcPts val="2900"/>
              </a:lnSpc>
            </a:pPr>
            <a:r>
              <a:rPr kumimoji="1" lang="ja-JP" altLang="en-US" b="1" dirty="0">
                <a:solidFill>
                  <a:srgbClr val="00B050"/>
                </a:solidFill>
              </a:rPr>
              <a:t>☚我々はここに着目</a:t>
            </a:r>
          </a:p>
        </p:txBody>
      </p:sp>
    </p:spTree>
    <p:extLst>
      <p:ext uri="{BB962C8B-B14F-4D97-AF65-F5344CB8AC3E}">
        <p14:creationId xmlns:p14="http://schemas.microsoft.com/office/powerpoint/2010/main" val="872999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2BA8C40-93BA-D183-6D69-38CB111C8034}"/>
              </a:ext>
            </a:extLst>
          </p:cNvPr>
          <p:cNvSpPr>
            <a:spLocks noGrp="1"/>
          </p:cNvSpPr>
          <p:nvPr>
            <p:ph type="title"/>
          </p:nvPr>
        </p:nvSpPr>
        <p:spPr/>
        <p:txBody>
          <a:bodyPr/>
          <a:lstStyle/>
          <a:p>
            <a:r>
              <a:rPr kumimoji="1" lang="ja-JP" altLang="en-US" dirty="0"/>
              <a:t>日本の政策研究ドメインでのベンチマークテストの問題点</a:t>
            </a:r>
          </a:p>
        </p:txBody>
      </p:sp>
      <p:sp>
        <p:nvSpPr>
          <p:cNvPr id="3" name="スライド番号プレースホルダー 2">
            <a:extLst>
              <a:ext uri="{FF2B5EF4-FFF2-40B4-BE49-F238E27FC236}">
                <a16:creationId xmlns:a16="http://schemas.microsoft.com/office/drawing/2014/main" id="{D62AEDCA-DF7D-408B-3AED-4E083F16BA19}"/>
              </a:ext>
            </a:extLst>
          </p:cNvPr>
          <p:cNvSpPr>
            <a:spLocks noGrp="1"/>
          </p:cNvSpPr>
          <p:nvPr>
            <p:ph type="sldNum" sz="quarter" idx="12"/>
          </p:nvPr>
        </p:nvSpPr>
        <p:spPr/>
        <p:txBody>
          <a:bodyPr/>
          <a:lstStyle/>
          <a:p>
            <a:pPr fontAlgn="auto">
              <a:spcBef>
                <a:spcPts val="0"/>
              </a:spcBef>
              <a:spcAft>
                <a:spcPts val="0"/>
              </a:spcAft>
            </a:pPr>
            <a:fld id="{14672B03-F2D0-4851-B792-39C5CEFB63BA}" type="slidenum">
              <a:rPr lang="ja-JP" altLang="en-US" smtClean="0">
                <a:latin typeface="Meiryo UI"/>
                <a:ea typeface="Meiryo UI"/>
              </a:rPr>
              <a:pPr fontAlgn="auto">
                <a:spcBef>
                  <a:spcPts val="0"/>
                </a:spcBef>
                <a:spcAft>
                  <a:spcPts val="0"/>
                </a:spcAft>
              </a:pPr>
              <a:t>5</a:t>
            </a:fld>
            <a:endParaRPr lang="ja-JP" altLang="en-US" dirty="0">
              <a:latin typeface="Meiryo UI"/>
              <a:ea typeface="Meiryo UI"/>
            </a:endParaRPr>
          </a:p>
        </p:txBody>
      </p:sp>
      <p:sp>
        <p:nvSpPr>
          <p:cNvPr id="4" name="テキスト ボックス 3">
            <a:extLst>
              <a:ext uri="{FF2B5EF4-FFF2-40B4-BE49-F238E27FC236}">
                <a16:creationId xmlns:a16="http://schemas.microsoft.com/office/drawing/2014/main" id="{F3A09DB1-C79B-7961-C082-2ABEF462AB1F}"/>
              </a:ext>
            </a:extLst>
          </p:cNvPr>
          <p:cNvSpPr txBox="1"/>
          <p:nvPr/>
        </p:nvSpPr>
        <p:spPr>
          <a:xfrm>
            <a:off x="65888" y="805872"/>
            <a:ext cx="8914825" cy="5632311"/>
          </a:xfrm>
          <a:prstGeom prst="rect">
            <a:avLst/>
          </a:prstGeom>
          <a:noFill/>
        </p:spPr>
        <p:txBody>
          <a:bodyPr wrap="square" rtlCol="0">
            <a:spAutoFit/>
          </a:bodyPr>
          <a:lstStyle/>
          <a:p>
            <a:pPr algn="l"/>
            <a:r>
              <a:rPr kumimoji="1" lang="ja-JP" altLang="en-US" b="1" dirty="0">
                <a:latin typeface="+mj-lt"/>
              </a:rPr>
              <a:t>●そもそも、ベンチマークテストになるものがないのでは？</a:t>
            </a:r>
            <a:endParaRPr kumimoji="1" lang="en-US" altLang="ja-JP" dirty="0">
              <a:latin typeface="+mj-lt"/>
            </a:endParaRPr>
          </a:p>
          <a:p>
            <a:pPr algn="l"/>
            <a:r>
              <a:rPr kumimoji="1" lang="en-US" altLang="ja-JP" dirty="0">
                <a:latin typeface="+mj-lt"/>
              </a:rPr>
              <a:t>…</a:t>
            </a:r>
            <a:r>
              <a:rPr kumimoji="1" lang="ja-JP" altLang="en-US" dirty="0">
                <a:latin typeface="+mj-lt"/>
              </a:rPr>
              <a:t>医学領域なら医師国家試験が、法律なら司法試験が、</a:t>
            </a:r>
            <a:endParaRPr kumimoji="1" lang="en-US" altLang="ja-JP" dirty="0">
              <a:latin typeface="+mj-lt"/>
            </a:endParaRPr>
          </a:p>
          <a:p>
            <a:pPr algn="l"/>
            <a:r>
              <a:rPr kumimoji="1" lang="ja-JP" altLang="en-US" dirty="0">
                <a:latin typeface="+mj-lt"/>
              </a:rPr>
              <a:t>　 数学や物理、歴史なら、センター試験・大学入試共通テストの過去問や、</a:t>
            </a:r>
            <a:endParaRPr kumimoji="1" lang="en-US" altLang="ja-JP" dirty="0">
              <a:latin typeface="+mj-lt"/>
            </a:endParaRPr>
          </a:p>
          <a:p>
            <a:pPr algn="l"/>
            <a:r>
              <a:rPr kumimoji="1" lang="ja-JP" altLang="en-US" dirty="0">
                <a:latin typeface="+mj-lt"/>
              </a:rPr>
              <a:t>　 </a:t>
            </a:r>
            <a:r>
              <a:rPr kumimoji="1" lang="en-US" altLang="ja-JP" dirty="0">
                <a:latin typeface="+mj-lt"/>
              </a:rPr>
              <a:t>MMLU</a:t>
            </a:r>
            <a:r>
              <a:rPr kumimoji="1" lang="ja-JP" altLang="en-US" dirty="0">
                <a:latin typeface="+mj-lt"/>
              </a:rPr>
              <a:t>（</a:t>
            </a:r>
            <a:r>
              <a:rPr kumimoji="1" lang="en-US" altLang="ja-JP" dirty="0">
                <a:latin typeface="+mj-lt"/>
              </a:rPr>
              <a:t>Hendrycks, ICLR, 2021</a:t>
            </a:r>
            <a:r>
              <a:rPr kumimoji="1" lang="ja-JP" altLang="en-US" dirty="0">
                <a:latin typeface="+mj-lt"/>
              </a:rPr>
              <a:t>）などのベンチマークテストがあるが</a:t>
            </a:r>
            <a:r>
              <a:rPr kumimoji="1" lang="en-US" altLang="ja-JP" dirty="0">
                <a:latin typeface="+mj-lt"/>
              </a:rPr>
              <a:t>…</a:t>
            </a:r>
          </a:p>
          <a:p>
            <a:pPr algn="l"/>
            <a:endParaRPr kumimoji="1" lang="en-US" altLang="ja-JP" dirty="0">
              <a:latin typeface="+mj-lt"/>
            </a:endParaRPr>
          </a:p>
          <a:p>
            <a:pPr algn="l"/>
            <a:r>
              <a:rPr kumimoji="1" lang="ja-JP" altLang="en-US" dirty="0">
                <a:solidFill>
                  <a:srgbClr val="FF0000"/>
                </a:solidFill>
                <a:latin typeface="+mj-lt"/>
              </a:rPr>
              <a:t>➡ とりあえず、測定の観点からやりやすいように多肢選択式にするのであれば、</a:t>
            </a:r>
            <a:endParaRPr kumimoji="1" lang="en-US" altLang="ja-JP" dirty="0">
              <a:solidFill>
                <a:srgbClr val="FF0000"/>
              </a:solidFill>
              <a:latin typeface="+mj-lt"/>
            </a:endParaRPr>
          </a:p>
          <a:p>
            <a:pPr algn="l"/>
            <a:r>
              <a:rPr kumimoji="1" lang="ja-JP" altLang="en-US" dirty="0">
                <a:solidFill>
                  <a:srgbClr val="FF0000"/>
                </a:solidFill>
                <a:latin typeface="+mj-lt"/>
              </a:rPr>
              <a:t>   新規に作成する必要あり</a:t>
            </a:r>
            <a:endParaRPr kumimoji="1" lang="en-US" altLang="ja-JP" dirty="0">
              <a:solidFill>
                <a:srgbClr val="FF0000"/>
              </a:solidFill>
              <a:latin typeface="+mj-lt"/>
            </a:endParaRPr>
          </a:p>
          <a:p>
            <a:pPr algn="l"/>
            <a:endParaRPr kumimoji="1" lang="en-US" altLang="ja-JP" dirty="0">
              <a:latin typeface="+mj-lt"/>
            </a:endParaRPr>
          </a:p>
          <a:p>
            <a:pPr algn="l"/>
            <a:r>
              <a:rPr kumimoji="1" lang="ja-JP" altLang="en-US" b="1" dirty="0">
                <a:latin typeface="+mj-lt"/>
              </a:rPr>
              <a:t>●政策科学の学際性の高さ</a:t>
            </a:r>
            <a:endParaRPr kumimoji="1" lang="en-US" altLang="ja-JP" b="1" dirty="0">
              <a:latin typeface="+mj-lt"/>
            </a:endParaRPr>
          </a:p>
          <a:p>
            <a:pPr algn="l"/>
            <a:r>
              <a:rPr kumimoji="1" lang="en-US" altLang="ja-JP" dirty="0">
                <a:latin typeface="+mj-lt"/>
              </a:rPr>
              <a:t>…</a:t>
            </a:r>
            <a:r>
              <a:rPr kumimoji="1" lang="ja-JP" altLang="en-US" dirty="0">
                <a:latin typeface="+mj-lt"/>
              </a:rPr>
              <a:t>様々な専門知の学際統合（秋吉、</a:t>
            </a:r>
            <a:r>
              <a:rPr kumimoji="1" lang="en-US" altLang="ja-JP" dirty="0">
                <a:latin typeface="+mj-lt"/>
              </a:rPr>
              <a:t>Keio SFC journal, 2021</a:t>
            </a:r>
            <a:r>
              <a:rPr kumimoji="1" lang="ja-JP" altLang="en-US" dirty="0">
                <a:latin typeface="+mj-lt"/>
              </a:rPr>
              <a:t>）</a:t>
            </a:r>
            <a:endParaRPr kumimoji="1" lang="en-US" altLang="ja-JP" dirty="0">
              <a:latin typeface="+mj-lt"/>
            </a:endParaRPr>
          </a:p>
          <a:p>
            <a:pPr algn="l"/>
            <a:r>
              <a:rPr kumimoji="1" lang="en-US" altLang="ja-JP" dirty="0">
                <a:latin typeface="+mj-lt"/>
              </a:rPr>
              <a:t>   ex) </a:t>
            </a:r>
            <a:r>
              <a:rPr kumimoji="1" lang="ja-JP" altLang="en-US" dirty="0">
                <a:latin typeface="+mj-lt"/>
              </a:rPr>
              <a:t>政治学、法学、計量書誌学、統計学、心理学、労働経済学</a:t>
            </a:r>
            <a:r>
              <a:rPr kumimoji="1" lang="en-US" altLang="ja-JP" dirty="0">
                <a:latin typeface="+mj-lt"/>
              </a:rPr>
              <a:t>…</a:t>
            </a:r>
          </a:p>
          <a:p>
            <a:pPr algn="l"/>
            <a:endParaRPr kumimoji="1" lang="en-US" altLang="ja-JP" dirty="0">
              <a:latin typeface="+mj-lt"/>
            </a:endParaRPr>
          </a:p>
          <a:p>
            <a:pPr algn="l"/>
            <a:r>
              <a:rPr kumimoji="1" lang="ja-JP" altLang="en-US" dirty="0">
                <a:solidFill>
                  <a:srgbClr val="FF0000"/>
                </a:solidFill>
                <a:latin typeface="+mj-lt"/>
              </a:rPr>
              <a:t>➡ どの範囲までブレイクダウンして測定したいかに応じて、綿密に検討が必要</a:t>
            </a:r>
            <a:endParaRPr kumimoji="1" lang="en-US" altLang="ja-JP" dirty="0">
              <a:solidFill>
                <a:srgbClr val="FF0000"/>
              </a:solidFill>
              <a:latin typeface="+mj-lt"/>
            </a:endParaRPr>
          </a:p>
          <a:p>
            <a:pPr algn="l"/>
            <a:endParaRPr kumimoji="1" lang="en-US" altLang="ja-JP" dirty="0">
              <a:solidFill>
                <a:srgbClr val="FF0000"/>
              </a:solidFill>
              <a:latin typeface="+mj-lt"/>
            </a:endParaRPr>
          </a:p>
          <a:p>
            <a:pPr algn="l"/>
            <a:endParaRPr kumimoji="1" lang="en-US" altLang="ja-JP" dirty="0">
              <a:solidFill>
                <a:srgbClr val="FF0000"/>
              </a:solidFill>
              <a:latin typeface="+mj-lt"/>
            </a:endParaRPr>
          </a:p>
          <a:p>
            <a:r>
              <a:rPr kumimoji="1" lang="ja-JP" altLang="en-US" b="1" dirty="0"/>
              <a:t>●</a:t>
            </a:r>
            <a:r>
              <a:rPr kumimoji="1" lang="en-US" altLang="ja-JP" b="1" dirty="0"/>
              <a:t>LLM</a:t>
            </a:r>
            <a:r>
              <a:rPr kumimoji="1" lang="ja-JP" altLang="en-US" b="1" dirty="0"/>
              <a:t>のできることを評価したあと、運用するにあたっての評価・判断基準をどう考えるか？</a:t>
            </a:r>
            <a:endParaRPr kumimoji="1" lang="en-US" altLang="ja-JP" dirty="0"/>
          </a:p>
          <a:p>
            <a:endParaRPr kumimoji="1" lang="en-US" altLang="ja-JP" dirty="0">
              <a:solidFill>
                <a:srgbClr val="FF0000"/>
              </a:solidFill>
            </a:endParaRPr>
          </a:p>
          <a:p>
            <a:r>
              <a:rPr kumimoji="1" lang="ja-JP" altLang="en-US" dirty="0">
                <a:solidFill>
                  <a:srgbClr val="FF0000"/>
                </a:solidFill>
              </a:rPr>
              <a:t>➡ とりあえず、何らか人間のドメイン専門家の目が入ってチェックする前提としつつ、</a:t>
            </a:r>
            <a:endParaRPr kumimoji="1" lang="en-US" altLang="ja-JP" dirty="0">
              <a:solidFill>
                <a:srgbClr val="FF0000"/>
              </a:solidFill>
            </a:endParaRPr>
          </a:p>
          <a:p>
            <a:r>
              <a:rPr kumimoji="1" lang="ja-JP" altLang="en-US" dirty="0">
                <a:solidFill>
                  <a:srgbClr val="FF0000"/>
                </a:solidFill>
              </a:rPr>
              <a:t>　　少しでも効率化するには、</a:t>
            </a:r>
            <a:r>
              <a:rPr kumimoji="1" lang="en-US" altLang="ja-JP" dirty="0">
                <a:solidFill>
                  <a:srgbClr val="FF0000"/>
                </a:solidFill>
              </a:rPr>
              <a:t>LLM</a:t>
            </a:r>
            <a:r>
              <a:rPr kumimoji="1" lang="ja-JP" altLang="en-US" dirty="0">
                <a:solidFill>
                  <a:srgbClr val="FF0000"/>
                </a:solidFill>
              </a:rPr>
              <a:t>の能力に応じたグラデーションを検討する必要があるが、</a:t>
            </a:r>
            <a:endParaRPr kumimoji="1" lang="en-US" altLang="ja-JP" dirty="0">
              <a:solidFill>
                <a:srgbClr val="FF0000"/>
              </a:solidFill>
            </a:endParaRPr>
          </a:p>
          <a:p>
            <a:r>
              <a:rPr kumimoji="1" lang="ja-JP" altLang="en-US" dirty="0">
                <a:solidFill>
                  <a:srgbClr val="FF0000"/>
                </a:solidFill>
              </a:rPr>
              <a:t>　  それが定まっていたとしても、測定の技術的課題も発生する（詳細次ページ）</a:t>
            </a:r>
            <a:endParaRPr kumimoji="1" lang="en-US" altLang="ja-JP" dirty="0">
              <a:solidFill>
                <a:srgbClr val="FF0000"/>
              </a:solidFill>
            </a:endParaRPr>
          </a:p>
        </p:txBody>
      </p:sp>
    </p:spTree>
    <p:extLst>
      <p:ext uri="{BB962C8B-B14F-4D97-AF65-F5344CB8AC3E}">
        <p14:creationId xmlns:p14="http://schemas.microsoft.com/office/powerpoint/2010/main" val="1630437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E4B8A8-2ACF-35F1-92A9-9F0C392FFCCB}"/>
              </a:ext>
            </a:extLst>
          </p:cNvPr>
          <p:cNvSpPr>
            <a:spLocks noGrp="1"/>
          </p:cNvSpPr>
          <p:nvPr>
            <p:ph type="title"/>
          </p:nvPr>
        </p:nvSpPr>
        <p:spPr>
          <a:xfrm>
            <a:off x="1035928" y="45349"/>
            <a:ext cx="8405778" cy="584276"/>
          </a:xfrm>
        </p:spPr>
        <p:txBody>
          <a:bodyPr/>
          <a:lstStyle/>
          <a:p>
            <a:r>
              <a:rPr kumimoji="1" lang="en-US" altLang="ja-JP" sz="1800" dirty="0"/>
              <a:t>LLM</a:t>
            </a:r>
            <a:r>
              <a:rPr kumimoji="1" lang="ja-JP" altLang="en-US" sz="1800" dirty="0"/>
              <a:t>の援用に対するドメイン専門家の確認エフォートの在り方の検討の方向性（案）</a:t>
            </a:r>
          </a:p>
        </p:txBody>
      </p:sp>
      <p:sp>
        <p:nvSpPr>
          <p:cNvPr id="3" name="スライド番号プレースホルダー 2">
            <a:extLst>
              <a:ext uri="{FF2B5EF4-FFF2-40B4-BE49-F238E27FC236}">
                <a16:creationId xmlns:a16="http://schemas.microsoft.com/office/drawing/2014/main" id="{CF5C7EA9-848F-1973-D780-6308474CA507}"/>
              </a:ext>
            </a:extLst>
          </p:cNvPr>
          <p:cNvSpPr>
            <a:spLocks noGrp="1"/>
          </p:cNvSpPr>
          <p:nvPr>
            <p:ph type="sldNum" sz="quarter" idx="12"/>
          </p:nvPr>
        </p:nvSpPr>
        <p:spPr/>
        <p:txBody>
          <a:bodyPr/>
          <a:lstStyle/>
          <a:p>
            <a:pPr fontAlgn="auto">
              <a:spcBef>
                <a:spcPts val="0"/>
              </a:spcBef>
              <a:spcAft>
                <a:spcPts val="0"/>
              </a:spcAft>
            </a:pPr>
            <a:fld id="{14672B03-F2D0-4851-B792-39C5CEFB63BA}" type="slidenum">
              <a:rPr lang="ja-JP" altLang="en-US" smtClean="0">
                <a:latin typeface="Meiryo UI"/>
                <a:ea typeface="Meiryo UI"/>
              </a:rPr>
              <a:pPr fontAlgn="auto">
                <a:spcBef>
                  <a:spcPts val="0"/>
                </a:spcBef>
                <a:spcAft>
                  <a:spcPts val="0"/>
                </a:spcAft>
              </a:pPr>
              <a:t>6</a:t>
            </a:fld>
            <a:endParaRPr lang="ja-JP" altLang="en-US" dirty="0">
              <a:latin typeface="Meiryo UI"/>
              <a:ea typeface="Meiryo UI"/>
            </a:endParaRPr>
          </a:p>
        </p:txBody>
      </p:sp>
      <p:grpSp>
        <p:nvGrpSpPr>
          <p:cNvPr id="22" name="グループ化 21">
            <a:extLst>
              <a:ext uri="{FF2B5EF4-FFF2-40B4-BE49-F238E27FC236}">
                <a16:creationId xmlns:a16="http://schemas.microsoft.com/office/drawing/2014/main" id="{02C69773-8C6F-F5F1-8934-2087ACAA0938}"/>
              </a:ext>
            </a:extLst>
          </p:cNvPr>
          <p:cNvGrpSpPr/>
          <p:nvPr/>
        </p:nvGrpSpPr>
        <p:grpSpPr>
          <a:xfrm>
            <a:off x="825330" y="1574450"/>
            <a:ext cx="8334058" cy="4645390"/>
            <a:chOff x="245665" y="1215220"/>
            <a:chExt cx="8334058" cy="4645390"/>
          </a:xfrm>
        </p:grpSpPr>
        <p:pic>
          <p:nvPicPr>
            <p:cNvPr id="4" name="図 3" descr="グラフ, ヒストグラム&#10;&#10;AI 生成コンテンツは誤りを含む可能性があります。">
              <a:extLst>
                <a:ext uri="{FF2B5EF4-FFF2-40B4-BE49-F238E27FC236}">
                  <a16:creationId xmlns:a16="http://schemas.microsoft.com/office/drawing/2014/main" id="{B2A961F0-F604-E1BC-BD6F-FE0FEC05D3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052" y="1945933"/>
              <a:ext cx="5322352" cy="3914677"/>
            </a:xfrm>
            <a:prstGeom prst="rect">
              <a:avLst/>
            </a:prstGeom>
          </p:spPr>
        </p:pic>
        <p:cxnSp>
          <p:nvCxnSpPr>
            <p:cNvPr id="5" name="直線矢印コネクタ 4">
              <a:extLst>
                <a:ext uri="{FF2B5EF4-FFF2-40B4-BE49-F238E27FC236}">
                  <a16:creationId xmlns:a16="http://schemas.microsoft.com/office/drawing/2014/main" id="{84F12B1F-B986-5CDE-08F3-B68078D024D7}"/>
                </a:ext>
              </a:extLst>
            </p:cNvPr>
            <p:cNvCxnSpPr>
              <a:cxnSpLocks/>
            </p:cNvCxnSpPr>
            <p:nvPr/>
          </p:nvCxnSpPr>
          <p:spPr>
            <a:xfrm flipV="1">
              <a:off x="641372" y="1831205"/>
              <a:ext cx="0" cy="366286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直線矢印コネクタ 5">
              <a:extLst>
                <a:ext uri="{FF2B5EF4-FFF2-40B4-BE49-F238E27FC236}">
                  <a16:creationId xmlns:a16="http://schemas.microsoft.com/office/drawing/2014/main" id="{C13EADF5-9B86-FE49-21A3-1D574C8CEE6F}"/>
                </a:ext>
              </a:extLst>
            </p:cNvPr>
            <p:cNvCxnSpPr>
              <a:cxnSpLocks/>
            </p:cNvCxnSpPr>
            <p:nvPr/>
          </p:nvCxnSpPr>
          <p:spPr>
            <a:xfrm>
              <a:off x="793772" y="5480400"/>
              <a:ext cx="4789632"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F39FC886-F0F4-D357-48AF-93D39E18C97F}"/>
                </a:ext>
              </a:extLst>
            </p:cNvPr>
            <p:cNvSpPr txBox="1"/>
            <p:nvPr/>
          </p:nvSpPr>
          <p:spPr>
            <a:xfrm>
              <a:off x="3158630" y="5490189"/>
              <a:ext cx="5421093" cy="338554"/>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rPr>
                <a:t>政策研究に関する能力（</a:t>
              </a:r>
              <a:r>
                <a:rPr kumimoji="1" lang="en-US" altLang="ja-JP" sz="1600" dirty="0">
                  <a:latin typeface="Meiryo UI" panose="020B0604030504040204" pitchFamily="50" charset="-128"/>
                  <a:ea typeface="Meiryo UI" panose="020B0604030504040204" pitchFamily="50" charset="-128"/>
                </a:rPr>
                <a:t>LLM</a:t>
              </a:r>
              <a:r>
                <a:rPr kumimoji="1" lang="ja-JP" altLang="en-US" sz="1600" dirty="0">
                  <a:latin typeface="Meiryo UI" panose="020B0604030504040204" pitchFamily="50" charset="-128"/>
                  <a:ea typeface="Meiryo UI" panose="020B0604030504040204" pitchFamily="50" charset="-128"/>
                </a:rPr>
                <a:t>と政策ドメイン専門家で共通）</a:t>
              </a:r>
            </a:p>
          </p:txBody>
        </p:sp>
        <p:sp>
          <p:nvSpPr>
            <p:cNvPr id="8" name="テキスト ボックス 7">
              <a:extLst>
                <a:ext uri="{FF2B5EF4-FFF2-40B4-BE49-F238E27FC236}">
                  <a16:creationId xmlns:a16="http://schemas.microsoft.com/office/drawing/2014/main" id="{A3C6ABB2-44AB-07CD-1356-71D3B4FAE6A9}"/>
                </a:ext>
              </a:extLst>
            </p:cNvPr>
            <p:cNvSpPr txBox="1"/>
            <p:nvPr/>
          </p:nvSpPr>
          <p:spPr>
            <a:xfrm rot="16200000">
              <a:off x="-123667" y="1878015"/>
              <a:ext cx="1077218" cy="338554"/>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rPr>
                <a:t>能力分布</a:t>
              </a:r>
              <a:endParaRPr kumimoji="1" lang="en-US" altLang="ja-JP" sz="1600" dirty="0">
                <a:latin typeface="Meiryo UI" panose="020B0604030504040204" pitchFamily="50" charset="-128"/>
                <a:ea typeface="Meiryo UI" panose="020B0604030504040204" pitchFamily="50" charset="-128"/>
              </a:endParaRPr>
            </a:p>
          </p:txBody>
        </p:sp>
        <p:cxnSp>
          <p:nvCxnSpPr>
            <p:cNvPr id="10" name="直線コネクタ 9">
              <a:extLst>
                <a:ext uri="{FF2B5EF4-FFF2-40B4-BE49-F238E27FC236}">
                  <a16:creationId xmlns:a16="http://schemas.microsoft.com/office/drawing/2014/main" id="{F8157C7E-78A0-2C8C-C438-E616AA4FF678}"/>
                </a:ext>
              </a:extLst>
            </p:cNvPr>
            <p:cNvCxnSpPr>
              <a:cxnSpLocks/>
            </p:cNvCxnSpPr>
            <p:nvPr/>
          </p:nvCxnSpPr>
          <p:spPr>
            <a:xfrm>
              <a:off x="3812724" y="2873195"/>
              <a:ext cx="0" cy="2410046"/>
            </a:xfrm>
            <a:prstGeom prst="line">
              <a:avLst/>
            </a:prstGeom>
            <a:ln w="28575">
              <a:solidFill>
                <a:srgbClr val="0070C0"/>
              </a:solidFill>
              <a:prstDash val="dash"/>
            </a:ln>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ED3D3F72-6E4A-777B-90CE-E75B14CE3DCB}"/>
                </a:ext>
              </a:extLst>
            </p:cNvPr>
            <p:cNvCxnSpPr>
              <a:cxnSpLocks/>
            </p:cNvCxnSpPr>
            <p:nvPr/>
          </p:nvCxnSpPr>
          <p:spPr>
            <a:xfrm>
              <a:off x="3107431" y="2313214"/>
              <a:ext cx="0" cy="3023190"/>
            </a:xfrm>
            <a:prstGeom prst="line">
              <a:avLst/>
            </a:prstGeom>
            <a:ln w="28575">
              <a:solidFill>
                <a:srgbClr val="00B050"/>
              </a:solidFill>
              <a:prstDash val="dash"/>
            </a:ln>
          </p:spPr>
          <p:style>
            <a:lnRef idx="2">
              <a:schemeClr val="accent1"/>
            </a:lnRef>
            <a:fillRef idx="0">
              <a:schemeClr val="accent1"/>
            </a:fillRef>
            <a:effectRef idx="1">
              <a:schemeClr val="accent1"/>
            </a:effectRef>
            <a:fontRef idx="minor">
              <a:schemeClr val="tx1"/>
            </a:fontRef>
          </p:style>
        </p:cxnSp>
        <p:cxnSp>
          <p:nvCxnSpPr>
            <p:cNvPr id="12" name="直線コネクタ 11">
              <a:extLst>
                <a:ext uri="{FF2B5EF4-FFF2-40B4-BE49-F238E27FC236}">
                  <a16:creationId xmlns:a16="http://schemas.microsoft.com/office/drawing/2014/main" id="{AD0DA23C-55A4-E6CA-8764-4DEC8642009C}"/>
                </a:ext>
              </a:extLst>
            </p:cNvPr>
            <p:cNvCxnSpPr>
              <a:cxnSpLocks/>
            </p:cNvCxnSpPr>
            <p:nvPr/>
          </p:nvCxnSpPr>
          <p:spPr>
            <a:xfrm>
              <a:off x="2416315" y="1646539"/>
              <a:ext cx="0" cy="3636702"/>
            </a:xfrm>
            <a:prstGeom prst="line">
              <a:avLst/>
            </a:prstGeom>
            <a:ln w="28575">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13" name="直線矢印コネクタ 12">
              <a:extLst>
                <a:ext uri="{FF2B5EF4-FFF2-40B4-BE49-F238E27FC236}">
                  <a16:creationId xmlns:a16="http://schemas.microsoft.com/office/drawing/2014/main" id="{43BA6931-648E-3BA1-EF29-812EC9EAD766}"/>
                </a:ext>
              </a:extLst>
            </p:cNvPr>
            <p:cNvCxnSpPr>
              <a:cxnSpLocks/>
            </p:cNvCxnSpPr>
            <p:nvPr/>
          </p:nvCxnSpPr>
          <p:spPr>
            <a:xfrm>
              <a:off x="3798547" y="3459334"/>
              <a:ext cx="1169581" cy="4826"/>
            </a:xfrm>
            <a:prstGeom prst="straightConnector1">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cxnSp>
          <p:nvCxnSpPr>
            <p:cNvPr id="14" name="直線矢印コネクタ 13">
              <a:extLst>
                <a:ext uri="{FF2B5EF4-FFF2-40B4-BE49-F238E27FC236}">
                  <a16:creationId xmlns:a16="http://schemas.microsoft.com/office/drawing/2014/main" id="{D58F525E-D4CC-0B25-66A3-74D57C0D2E85}"/>
                </a:ext>
              </a:extLst>
            </p:cNvPr>
            <p:cNvCxnSpPr>
              <a:cxnSpLocks/>
            </p:cNvCxnSpPr>
            <p:nvPr/>
          </p:nvCxnSpPr>
          <p:spPr>
            <a:xfrm>
              <a:off x="3107431" y="2759161"/>
              <a:ext cx="1169581" cy="4826"/>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直線矢印コネクタ 14">
              <a:extLst>
                <a:ext uri="{FF2B5EF4-FFF2-40B4-BE49-F238E27FC236}">
                  <a16:creationId xmlns:a16="http://schemas.microsoft.com/office/drawing/2014/main" id="{3FF8781C-FAC8-0D18-AD2A-60BFFB7935A9}"/>
                </a:ext>
              </a:extLst>
            </p:cNvPr>
            <p:cNvCxnSpPr>
              <a:cxnSpLocks/>
            </p:cNvCxnSpPr>
            <p:nvPr/>
          </p:nvCxnSpPr>
          <p:spPr>
            <a:xfrm>
              <a:off x="2409226" y="2447085"/>
              <a:ext cx="630865"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857323BD-E2C3-C361-5069-51C5FE1A7C59}"/>
                </a:ext>
              </a:extLst>
            </p:cNvPr>
            <p:cNvCxnSpPr>
              <a:cxnSpLocks/>
            </p:cNvCxnSpPr>
            <p:nvPr/>
          </p:nvCxnSpPr>
          <p:spPr>
            <a:xfrm flipH="1">
              <a:off x="1402677" y="3459334"/>
              <a:ext cx="1013638"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7" name="テキスト ボックス 16">
              <a:extLst>
                <a:ext uri="{FF2B5EF4-FFF2-40B4-BE49-F238E27FC236}">
                  <a16:creationId xmlns:a16="http://schemas.microsoft.com/office/drawing/2014/main" id="{2FC62D60-6102-3262-A83A-9D8D2DBC9D79}"/>
                </a:ext>
              </a:extLst>
            </p:cNvPr>
            <p:cNvSpPr txBox="1"/>
            <p:nvPr/>
          </p:nvSpPr>
          <p:spPr>
            <a:xfrm>
              <a:off x="3916929" y="3459334"/>
              <a:ext cx="3106825" cy="954107"/>
            </a:xfrm>
            <a:prstGeom prst="rect">
              <a:avLst/>
            </a:prstGeom>
            <a:noFill/>
          </p:spPr>
          <p:txBody>
            <a:bodyPr wrap="square" rtlCol="0">
              <a:spAutoFit/>
            </a:bodyPr>
            <a:lstStyle/>
            <a:p>
              <a:r>
                <a:rPr lang="ja-JP" altLang="en-US" sz="1400" dirty="0">
                  <a:solidFill>
                    <a:srgbClr val="0070C0"/>
                  </a:solidFill>
                  <a:latin typeface="Meiryo UI" panose="020B0604030504040204" pitchFamily="50" charset="-128"/>
                  <a:ea typeface="Meiryo UI" panose="020B0604030504040204" pitchFamily="50" charset="-128"/>
                </a:rPr>
                <a:t>レベル</a:t>
              </a:r>
              <a:r>
                <a:rPr lang="en-US" altLang="ja-JP" sz="1400" dirty="0">
                  <a:solidFill>
                    <a:srgbClr val="0070C0"/>
                  </a:solidFill>
                  <a:latin typeface="Meiryo UI" panose="020B0604030504040204" pitchFamily="50" charset="-128"/>
                  <a:ea typeface="Meiryo UI" panose="020B0604030504040204" pitchFamily="50" charset="-128"/>
                </a:rPr>
                <a:t>4</a:t>
              </a:r>
              <a:endParaRPr kumimoji="1" lang="en-US" altLang="ja-JP" sz="1400" dirty="0">
                <a:solidFill>
                  <a:srgbClr val="0070C0"/>
                </a:solidFill>
                <a:latin typeface="Meiryo UI" panose="020B0604030504040204" pitchFamily="50" charset="-128"/>
                <a:ea typeface="Meiryo UI" panose="020B0604030504040204" pitchFamily="50" charset="-128"/>
              </a:endParaRPr>
            </a:p>
            <a:p>
              <a:r>
                <a:rPr lang="en-US" altLang="ja-JP" sz="1400" dirty="0">
                  <a:solidFill>
                    <a:srgbClr val="0070C0"/>
                  </a:solidFill>
                  <a:latin typeface="Meiryo UI" panose="020B0604030504040204" pitchFamily="50" charset="-128"/>
                  <a:ea typeface="Meiryo UI" panose="020B0604030504040204" pitchFamily="50" charset="-128"/>
                </a:rPr>
                <a:t>LLM</a:t>
              </a:r>
              <a:r>
                <a:rPr lang="ja-JP" altLang="en-US" sz="1400" dirty="0">
                  <a:solidFill>
                    <a:srgbClr val="0070C0"/>
                  </a:solidFill>
                  <a:latin typeface="Meiryo UI" panose="020B0604030504040204" pitchFamily="50" charset="-128"/>
                  <a:ea typeface="Meiryo UI" panose="020B0604030504040204" pitchFamily="50" charset="-128"/>
                </a:rPr>
                <a:t>の知識ベースとしての活用で</a:t>
              </a:r>
              <a:endParaRPr lang="en-US" altLang="ja-JP" sz="1400" dirty="0">
                <a:solidFill>
                  <a:srgbClr val="0070C0"/>
                </a:solidFill>
                <a:latin typeface="Meiryo UI" panose="020B0604030504040204" pitchFamily="50" charset="-128"/>
                <a:ea typeface="Meiryo UI" panose="020B0604030504040204" pitchFamily="50" charset="-128"/>
              </a:endParaRPr>
            </a:p>
            <a:p>
              <a:r>
                <a:rPr lang="ja-JP" altLang="en-US" sz="1400" dirty="0">
                  <a:solidFill>
                    <a:srgbClr val="0070C0"/>
                  </a:solidFill>
                  <a:latin typeface="Meiryo UI" panose="020B0604030504040204" pitchFamily="50" charset="-128"/>
                  <a:ea typeface="Meiryo UI" panose="020B0604030504040204" pitchFamily="50" charset="-128"/>
                </a:rPr>
                <a:t>大幅な効率化が見込めるレベル。</a:t>
              </a:r>
              <a:endParaRPr lang="en-US" altLang="ja-JP" sz="1400" dirty="0">
                <a:solidFill>
                  <a:srgbClr val="0070C0"/>
                </a:solidFill>
                <a:latin typeface="Meiryo UI" panose="020B0604030504040204" pitchFamily="50" charset="-128"/>
                <a:ea typeface="Meiryo UI" panose="020B0604030504040204" pitchFamily="50" charset="-128"/>
              </a:endParaRPr>
            </a:p>
            <a:p>
              <a:r>
                <a:rPr lang="ja-JP" altLang="en-US" sz="1400" dirty="0">
                  <a:solidFill>
                    <a:srgbClr val="0070C0"/>
                  </a:solidFill>
                  <a:latin typeface="Meiryo UI" panose="020B0604030504040204" pitchFamily="50" charset="-128"/>
                  <a:ea typeface="Meiryo UI" panose="020B0604030504040204" pitchFamily="50" charset="-128"/>
                </a:rPr>
                <a:t>出力チェックも、</a:t>
              </a:r>
              <a:r>
                <a:rPr kumimoji="1" lang="ja-JP" altLang="en-US" sz="1400" dirty="0">
                  <a:solidFill>
                    <a:srgbClr val="0070C0"/>
                  </a:solidFill>
                  <a:latin typeface="Meiryo UI" panose="020B0604030504040204" pitchFamily="50" charset="-128"/>
                  <a:ea typeface="Meiryo UI" panose="020B0604030504040204" pitchFamily="50" charset="-128"/>
                </a:rPr>
                <a:t>抜き打ちで頻度低めで</a:t>
              </a:r>
              <a:r>
                <a:rPr kumimoji="1" lang="en-US" altLang="ja-JP" sz="1400" dirty="0">
                  <a:solidFill>
                    <a:srgbClr val="0070C0"/>
                  </a:solidFill>
                  <a:latin typeface="Meiryo UI" panose="020B0604030504040204" pitchFamily="50" charset="-128"/>
                  <a:ea typeface="Meiryo UI" panose="020B0604030504040204" pitchFamily="50" charset="-128"/>
                </a:rPr>
                <a:t>OK</a:t>
              </a:r>
              <a:endParaRPr kumimoji="1" lang="ja-JP" altLang="en-US" sz="1400" dirty="0">
                <a:solidFill>
                  <a:srgbClr val="0070C0"/>
                </a:solidFill>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19228F18-4F2E-8EA5-AEF5-096CEE478C54}"/>
                </a:ext>
              </a:extLst>
            </p:cNvPr>
            <p:cNvSpPr txBox="1"/>
            <p:nvPr/>
          </p:nvSpPr>
          <p:spPr>
            <a:xfrm>
              <a:off x="3783311" y="2300445"/>
              <a:ext cx="3492785" cy="954107"/>
            </a:xfrm>
            <a:prstGeom prst="rect">
              <a:avLst/>
            </a:prstGeom>
            <a:noFill/>
          </p:spPr>
          <p:txBody>
            <a:bodyPr wrap="square" rtlCol="0">
              <a:spAutoFit/>
            </a:bodyPr>
            <a:lstStyle/>
            <a:p>
              <a:r>
                <a:rPr lang="ja-JP" altLang="en-US" sz="1400" dirty="0">
                  <a:solidFill>
                    <a:srgbClr val="00B050"/>
                  </a:solidFill>
                  <a:latin typeface="Meiryo UI" panose="020B0604030504040204" pitchFamily="50" charset="-128"/>
                  <a:ea typeface="Meiryo UI" panose="020B0604030504040204" pitchFamily="50" charset="-128"/>
                </a:rPr>
                <a:t>レベル</a:t>
              </a:r>
              <a:r>
                <a:rPr lang="en-US" altLang="ja-JP" sz="1400" dirty="0">
                  <a:solidFill>
                    <a:srgbClr val="00B050"/>
                  </a:solidFill>
                  <a:latin typeface="Meiryo UI" panose="020B0604030504040204" pitchFamily="50" charset="-128"/>
                  <a:ea typeface="Meiryo UI" panose="020B0604030504040204" pitchFamily="50" charset="-128"/>
                </a:rPr>
                <a:t>3</a:t>
              </a:r>
              <a:endParaRPr kumimoji="1" lang="en-US" altLang="ja-JP" sz="1400" dirty="0">
                <a:solidFill>
                  <a:srgbClr val="00B050"/>
                </a:solidFill>
                <a:latin typeface="Meiryo UI" panose="020B0604030504040204" pitchFamily="50" charset="-128"/>
                <a:ea typeface="Meiryo UI" panose="020B0604030504040204" pitchFamily="50" charset="-128"/>
              </a:endParaRPr>
            </a:p>
            <a:p>
              <a:r>
                <a:rPr lang="en-US" altLang="ja-JP" sz="1400" dirty="0">
                  <a:solidFill>
                    <a:srgbClr val="00B050"/>
                  </a:solidFill>
                  <a:latin typeface="Meiryo UI" panose="020B0604030504040204" pitchFamily="50" charset="-128"/>
                  <a:ea typeface="Meiryo UI" panose="020B0604030504040204" pitchFamily="50" charset="-128"/>
                </a:rPr>
                <a:t>LLM</a:t>
              </a:r>
              <a:r>
                <a:rPr lang="ja-JP" altLang="en-US" sz="1400" dirty="0">
                  <a:solidFill>
                    <a:srgbClr val="00B050"/>
                  </a:solidFill>
                  <a:latin typeface="Meiryo UI" panose="020B0604030504040204" pitchFamily="50" charset="-128"/>
                  <a:ea typeface="Meiryo UI" panose="020B0604030504040204" pitchFamily="50" charset="-128"/>
                </a:rPr>
                <a:t>の知識べースとしての活用で、</a:t>
              </a:r>
              <a:endParaRPr lang="en-US" altLang="ja-JP" sz="1400" dirty="0">
                <a:solidFill>
                  <a:srgbClr val="00B050"/>
                </a:solidFill>
                <a:latin typeface="Meiryo UI" panose="020B0604030504040204" pitchFamily="50" charset="-128"/>
                <a:ea typeface="Meiryo UI" panose="020B0604030504040204" pitchFamily="50" charset="-128"/>
              </a:endParaRPr>
            </a:p>
            <a:p>
              <a:r>
                <a:rPr lang="ja-JP" altLang="en-US" sz="1400" dirty="0">
                  <a:solidFill>
                    <a:srgbClr val="00B050"/>
                  </a:solidFill>
                  <a:latin typeface="Meiryo UI" panose="020B0604030504040204" pitchFamily="50" charset="-128"/>
                  <a:ea typeface="Meiryo UI" panose="020B0604030504040204" pitchFamily="50" charset="-128"/>
                </a:rPr>
                <a:t>ある程度効率化が見込めるレベル。</a:t>
              </a:r>
              <a:endParaRPr lang="en-US" altLang="ja-JP" sz="1400" dirty="0">
                <a:solidFill>
                  <a:srgbClr val="00B050"/>
                </a:solidFill>
                <a:latin typeface="Meiryo UI" panose="020B0604030504040204" pitchFamily="50" charset="-128"/>
                <a:ea typeface="Meiryo UI" panose="020B0604030504040204" pitchFamily="50" charset="-128"/>
              </a:endParaRPr>
            </a:p>
            <a:p>
              <a:r>
                <a:rPr lang="ja-JP" altLang="en-US" sz="1400" dirty="0">
                  <a:solidFill>
                    <a:srgbClr val="00B050"/>
                  </a:solidFill>
                  <a:latin typeface="Meiryo UI" panose="020B0604030504040204" pitchFamily="50" charset="-128"/>
                  <a:ea typeface="Meiryo UI" panose="020B0604030504040204" pitchFamily="50" charset="-128"/>
                </a:rPr>
                <a:t>ただし、出力チェックは</a:t>
              </a:r>
              <a:r>
                <a:rPr kumimoji="1" lang="ja-JP" altLang="en-US" sz="1400" dirty="0">
                  <a:solidFill>
                    <a:srgbClr val="00B050"/>
                  </a:solidFill>
                  <a:latin typeface="Meiryo UI" panose="020B0604030504040204" pitchFamily="50" charset="-128"/>
                  <a:ea typeface="Meiryo UI" panose="020B0604030504040204" pitchFamily="50" charset="-128"/>
                </a:rPr>
                <a:t>ある程度の頻度で必要</a:t>
              </a:r>
            </a:p>
          </p:txBody>
        </p:sp>
        <p:sp>
          <p:nvSpPr>
            <p:cNvPr id="19" name="テキスト ボックス 18">
              <a:extLst>
                <a:ext uri="{FF2B5EF4-FFF2-40B4-BE49-F238E27FC236}">
                  <a16:creationId xmlns:a16="http://schemas.microsoft.com/office/drawing/2014/main" id="{8CC097DA-A1C2-904D-0A32-18EEDD507E73}"/>
                </a:ext>
              </a:extLst>
            </p:cNvPr>
            <p:cNvSpPr txBox="1"/>
            <p:nvPr/>
          </p:nvSpPr>
          <p:spPr>
            <a:xfrm>
              <a:off x="2385329" y="1215220"/>
              <a:ext cx="2932426" cy="954107"/>
            </a:xfrm>
            <a:prstGeom prst="rect">
              <a:avLst/>
            </a:prstGeom>
            <a:noFill/>
          </p:spPr>
          <p:txBody>
            <a:bodyPr wrap="square" rtlCol="0">
              <a:spAutoFit/>
            </a:bodyPr>
            <a:lstStyle/>
            <a:p>
              <a:r>
                <a:rPr lang="ja-JP" altLang="en-US" sz="1400" dirty="0">
                  <a:solidFill>
                    <a:schemeClr val="accent2"/>
                  </a:solidFill>
                  <a:latin typeface="Meiryo UI" panose="020B0604030504040204" pitchFamily="50" charset="-128"/>
                  <a:ea typeface="Meiryo UI" panose="020B0604030504040204" pitchFamily="50" charset="-128"/>
                </a:rPr>
                <a:t>レベル</a:t>
              </a:r>
              <a:r>
                <a:rPr lang="en-US" altLang="ja-JP" sz="1400" dirty="0">
                  <a:solidFill>
                    <a:schemeClr val="accent2"/>
                  </a:solidFill>
                  <a:latin typeface="Meiryo UI" panose="020B0604030504040204" pitchFamily="50" charset="-128"/>
                  <a:ea typeface="Meiryo UI" panose="020B0604030504040204" pitchFamily="50" charset="-128"/>
                </a:rPr>
                <a:t>2</a:t>
              </a:r>
              <a:endParaRPr kumimoji="1" lang="en-US" altLang="ja-JP" sz="1400" dirty="0">
                <a:solidFill>
                  <a:schemeClr val="accent2"/>
                </a:solidFill>
                <a:latin typeface="Meiryo UI" panose="020B0604030504040204" pitchFamily="50" charset="-128"/>
                <a:ea typeface="Meiryo UI" panose="020B0604030504040204" pitchFamily="50" charset="-128"/>
              </a:endParaRPr>
            </a:p>
            <a:p>
              <a:r>
                <a:rPr lang="en-US" altLang="ja-JP" sz="1400" dirty="0">
                  <a:solidFill>
                    <a:schemeClr val="accent2"/>
                  </a:solidFill>
                  <a:latin typeface="Meiryo UI" panose="020B0604030504040204" pitchFamily="50" charset="-128"/>
                  <a:ea typeface="Meiryo UI" panose="020B0604030504040204" pitchFamily="50" charset="-128"/>
                </a:rPr>
                <a:t>LLM</a:t>
              </a:r>
              <a:r>
                <a:rPr lang="ja-JP" altLang="en-US" sz="1400" dirty="0">
                  <a:solidFill>
                    <a:schemeClr val="accent2"/>
                  </a:solidFill>
                  <a:latin typeface="Meiryo UI" panose="020B0604030504040204" pitchFamily="50" charset="-128"/>
                  <a:ea typeface="Meiryo UI" panose="020B0604030504040204" pitchFamily="50" charset="-128"/>
                </a:rPr>
                <a:t>を活用しても、</a:t>
              </a:r>
              <a:endParaRPr lang="en-US" altLang="ja-JP" sz="1400" dirty="0">
                <a:solidFill>
                  <a:schemeClr val="accent2"/>
                </a:solidFill>
                <a:latin typeface="Meiryo UI" panose="020B0604030504040204" pitchFamily="50" charset="-128"/>
                <a:ea typeface="Meiryo UI" panose="020B0604030504040204" pitchFamily="50" charset="-128"/>
              </a:endParaRPr>
            </a:p>
            <a:p>
              <a:r>
                <a:rPr lang="ja-JP" altLang="en-US" sz="1400" dirty="0">
                  <a:solidFill>
                    <a:schemeClr val="accent2"/>
                  </a:solidFill>
                  <a:latin typeface="Meiryo UI" panose="020B0604030504040204" pitchFamily="50" charset="-128"/>
                  <a:ea typeface="Meiryo UI" panose="020B0604030504040204" pitchFamily="50" charset="-128"/>
                </a:rPr>
                <a:t>毎回チェックが必要で、</a:t>
              </a:r>
              <a:endParaRPr lang="en-US" altLang="ja-JP" sz="1400" dirty="0">
                <a:solidFill>
                  <a:schemeClr val="accent2"/>
                </a:solidFill>
                <a:latin typeface="Meiryo UI" panose="020B0604030504040204" pitchFamily="50" charset="-128"/>
                <a:ea typeface="Meiryo UI" panose="020B0604030504040204" pitchFamily="50" charset="-128"/>
              </a:endParaRPr>
            </a:p>
            <a:p>
              <a:r>
                <a:rPr kumimoji="1" lang="ja-JP" altLang="en-US" sz="1400" dirty="0">
                  <a:solidFill>
                    <a:schemeClr val="accent2"/>
                  </a:solidFill>
                  <a:latin typeface="Meiryo UI" panose="020B0604030504040204" pitchFamily="50" charset="-128"/>
                  <a:ea typeface="Meiryo UI" panose="020B0604030504040204" pitchFamily="50" charset="-128"/>
                </a:rPr>
                <a:t>効率化がほぼ見込めないレベル。</a:t>
              </a:r>
            </a:p>
          </p:txBody>
        </p:sp>
        <p:sp>
          <p:nvSpPr>
            <p:cNvPr id="20" name="テキスト ボックス 19">
              <a:extLst>
                <a:ext uri="{FF2B5EF4-FFF2-40B4-BE49-F238E27FC236}">
                  <a16:creationId xmlns:a16="http://schemas.microsoft.com/office/drawing/2014/main" id="{4DD76EC5-23F5-7CEC-37A6-6424CCD66943}"/>
                </a:ext>
              </a:extLst>
            </p:cNvPr>
            <p:cNvSpPr txBox="1"/>
            <p:nvPr/>
          </p:nvSpPr>
          <p:spPr>
            <a:xfrm>
              <a:off x="868031" y="2396141"/>
              <a:ext cx="1576636" cy="954107"/>
            </a:xfrm>
            <a:prstGeom prst="rect">
              <a:avLst/>
            </a:prstGeom>
            <a:noFill/>
          </p:spPr>
          <p:txBody>
            <a:bodyPr wrap="square" rtlCol="0">
              <a:spAutoFit/>
            </a:bodyPr>
            <a:lstStyle/>
            <a:p>
              <a:r>
                <a:rPr lang="ja-JP" altLang="en-US" sz="1400" dirty="0">
                  <a:solidFill>
                    <a:srgbClr val="FF0000"/>
                  </a:solidFill>
                  <a:latin typeface="Meiryo UI" panose="020B0604030504040204" pitchFamily="50" charset="-128"/>
                  <a:ea typeface="Meiryo UI" panose="020B0604030504040204" pitchFamily="50" charset="-128"/>
                </a:rPr>
                <a:t>レベル</a:t>
              </a:r>
              <a:r>
                <a:rPr lang="en-US" altLang="ja-JP" sz="1400" dirty="0">
                  <a:solidFill>
                    <a:srgbClr val="FF0000"/>
                  </a:solidFill>
                  <a:latin typeface="Meiryo UI" panose="020B0604030504040204" pitchFamily="50" charset="-128"/>
                  <a:ea typeface="Meiryo UI" panose="020B0604030504040204" pitchFamily="50" charset="-128"/>
                </a:rPr>
                <a:t>1</a:t>
              </a:r>
              <a:endParaRPr kumimoji="1" lang="en-US" altLang="ja-JP" sz="1400" dirty="0">
                <a:solidFill>
                  <a:srgbClr val="FF0000"/>
                </a:solidFill>
                <a:latin typeface="Meiryo UI" panose="020B0604030504040204" pitchFamily="50" charset="-128"/>
                <a:ea typeface="Meiryo UI" panose="020B0604030504040204" pitchFamily="50" charset="-128"/>
              </a:endParaRPr>
            </a:p>
            <a:p>
              <a:r>
                <a:rPr lang="en-US" altLang="ja-JP" sz="1400" dirty="0">
                  <a:solidFill>
                    <a:srgbClr val="FF0000"/>
                  </a:solidFill>
                  <a:latin typeface="Meiryo UI" panose="020B0604030504040204" pitchFamily="50" charset="-128"/>
                  <a:ea typeface="Meiryo UI" panose="020B0604030504040204" pitchFamily="50" charset="-128"/>
                </a:rPr>
                <a:t>LLM</a:t>
              </a:r>
              <a:r>
                <a:rPr lang="ja-JP" altLang="en-US" sz="1400" dirty="0">
                  <a:solidFill>
                    <a:srgbClr val="FF0000"/>
                  </a:solidFill>
                  <a:latin typeface="Meiryo UI" panose="020B0604030504040204" pitchFamily="50" charset="-128"/>
                  <a:ea typeface="Meiryo UI" panose="020B0604030504040204" pitchFamily="50" charset="-128"/>
                </a:rPr>
                <a:t>の誤りが多く、</a:t>
              </a:r>
              <a:endParaRPr lang="en-US" altLang="ja-JP" sz="1400" dirty="0">
                <a:solidFill>
                  <a:srgbClr val="FF0000"/>
                </a:solidFill>
                <a:latin typeface="Meiryo UI" panose="020B0604030504040204" pitchFamily="50" charset="-128"/>
                <a:ea typeface="Meiryo UI" panose="020B0604030504040204" pitchFamily="50" charset="-128"/>
              </a:endParaRPr>
            </a:p>
            <a:p>
              <a:r>
                <a:rPr kumimoji="1" lang="ja-JP" altLang="en-US" sz="1400" dirty="0">
                  <a:solidFill>
                    <a:srgbClr val="FF0000"/>
                  </a:solidFill>
                  <a:latin typeface="Meiryo UI" panose="020B0604030504040204" pitchFamily="50" charset="-128"/>
                  <a:ea typeface="Meiryo UI" panose="020B0604030504040204" pitchFamily="50" charset="-128"/>
                </a:rPr>
                <a:t>活用するとかえって</a:t>
              </a:r>
              <a:endParaRPr kumimoji="1" lang="en-US" altLang="ja-JP" sz="1400" dirty="0">
                <a:solidFill>
                  <a:srgbClr val="FF0000"/>
                </a:solidFill>
                <a:latin typeface="Meiryo UI" panose="020B0604030504040204" pitchFamily="50" charset="-128"/>
                <a:ea typeface="Meiryo UI" panose="020B0604030504040204" pitchFamily="50" charset="-128"/>
              </a:endParaRPr>
            </a:p>
            <a:p>
              <a:r>
                <a:rPr kumimoji="1" lang="ja-JP" altLang="en-US" sz="1400" dirty="0">
                  <a:solidFill>
                    <a:srgbClr val="FF0000"/>
                  </a:solidFill>
                  <a:latin typeface="Meiryo UI" panose="020B0604030504040204" pitchFamily="50" charset="-128"/>
                  <a:ea typeface="Meiryo UI" panose="020B0604030504040204" pitchFamily="50" charset="-128"/>
                </a:rPr>
                <a:t>非効率になるレベル。</a:t>
              </a:r>
            </a:p>
          </p:txBody>
        </p:sp>
      </p:grpSp>
      <p:sp>
        <p:nvSpPr>
          <p:cNvPr id="9" name="テキスト ボックス 8">
            <a:extLst>
              <a:ext uri="{FF2B5EF4-FFF2-40B4-BE49-F238E27FC236}">
                <a16:creationId xmlns:a16="http://schemas.microsoft.com/office/drawing/2014/main" id="{0B6AFB9E-695B-5189-B375-F7E8E45A8377}"/>
              </a:ext>
            </a:extLst>
          </p:cNvPr>
          <p:cNvSpPr txBox="1"/>
          <p:nvPr/>
        </p:nvSpPr>
        <p:spPr>
          <a:xfrm>
            <a:off x="-56577" y="740560"/>
            <a:ext cx="8914825" cy="1077218"/>
          </a:xfrm>
          <a:prstGeom prst="rect">
            <a:avLst/>
          </a:prstGeom>
          <a:noFill/>
        </p:spPr>
        <p:txBody>
          <a:bodyPr wrap="square" rtlCol="0">
            <a:spAutoFit/>
          </a:bodyPr>
          <a:lstStyle/>
          <a:p>
            <a:pPr algn="l"/>
            <a:r>
              <a:rPr kumimoji="1" lang="ja-JP" altLang="en-US" sz="1600" dirty="0">
                <a:latin typeface="+mj-lt"/>
              </a:rPr>
              <a:t>✓ 「能力」の分布に基づき、</a:t>
            </a:r>
            <a:endParaRPr kumimoji="1" lang="en-US" altLang="ja-JP" sz="1600" dirty="0">
              <a:latin typeface="+mj-lt"/>
            </a:endParaRPr>
          </a:p>
          <a:p>
            <a:pPr algn="l"/>
            <a:r>
              <a:rPr kumimoji="1" lang="ja-JP" altLang="en-US" sz="1600" dirty="0">
                <a:latin typeface="+mj-lt"/>
              </a:rPr>
              <a:t>　　・人間のドメイン専門家と比べてどうか</a:t>
            </a:r>
            <a:endParaRPr kumimoji="1" lang="en-US" altLang="ja-JP" sz="1600" dirty="0">
              <a:latin typeface="+mj-lt"/>
            </a:endParaRPr>
          </a:p>
          <a:p>
            <a:pPr algn="l"/>
            <a:r>
              <a:rPr kumimoji="1" lang="ja-JP" altLang="en-US" sz="1600" dirty="0">
                <a:latin typeface="+mj-lt"/>
              </a:rPr>
              <a:t>　　・人間のドメイン専門家がどれだけコミットし、確認・修正が必要になるか</a:t>
            </a:r>
            <a:endParaRPr kumimoji="1" lang="en-US" altLang="ja-JP" sz="1600" dirty="0">
              <a:latin typeface="+mj-lt"/>
            </a:endParaRPr>
          </a:p>
          <a:p>
            <a:pPr algn="l"/>
            <a:r>
              <a:rPr kumimoji="1" lang="ja-JP" altLang="en-US" sz="1600" dirty="0">
                <a:latin typeface="+mj-lt"/>
              </a:rPr>
              <a:t>　　という判断基準を決めるのが一案</a:t>
            </a:r>
            <a:endParaRPr kumimoji="1" lang="en-US" altLang="ja-JP" sz="1600" dirty="0"/>
          </a:p>
        </p:txBody>
      </p:sp>
      <p:sp>
        <p:nvSpPr>
          <p:cNvPr id="21" name="テキスト ボックス 20">
            <a:extLst>
              <a:ext uri="{FF2B5EF4-FFF2-40B4-BE49-F238E27FC236}">
                <a16:creationId xmlns:a16="http://schemas.microsoft.com/office/drawing/2014/main" id="{77B2BA7D-4A29-BA71-BCE9-3106A8084590}"/>
              </a:ext>
            </a:extLst>
          </p:cNvPr>
          <p:cNvSpPr txBox="1"/>
          <p:nvPr/>
        </p:nvSpPr>
        <p:spPr>
          <a:xfrm>
            <a:off x="229175" y="6079721"/>
            <a:ext cx="8914825" cy="830997"/>
          </a:xfrm>
          <a:prstGeom prst="rect">
            <a:avLst/>
          </a:prstGeom>
          <a:noFill/>
        </p:spPr>
        <p:txBody>
          <a:bodyPr wrap="square" rtlCol="0">
            <a:spAutoFit/>
          </a:bodyPr>
          <a:lstStyle/>
          <a:p>
            <a:pPr algn="l"/>
            <a:r>
              <a:rPr kumimoji="1" lang="ja-JP" altLang="en-US" sz="1600" dirty="0"/>
              <a:t>✓ ただし、上記を実現するには、以下の検討が必要</a:t>
            </a:r>
            <a:endParaRPr kumimoji="1" lang="en-US" altLang="ja-JP" sz="1600" dirty="0"/>
          </a:p>
          <a:p>
            <a:pPr algn="l"/>
            <a:r>
              <a:rPr kumimoji="1" lang="ja-JP" altLang="en-US" sz="1600" dirty="0"/>
              <a:t>　</a:t>
            </a:r>
            <a:r>
              <a:rPr kumimoji="1" lang="en-US" altLang="ja-JP" sz="1600" dirty="0"/>
              <a:t>-</a:t>
            </a:r>
            <a:r>
              <a:rPr kumimoji="1" lang="ja-JP" altLang="en-US" sz="1600" dirty="0"/>
              <a:t>問題ごとの難易度も違うので、それを加味して測定すること</a:t>
            </a:r>
            <a:endParaRPr kumimoji="1" lang="en-US" altLang="ja-JP" sz="1600" dirty="0"/>
          </a:p>
          <a:p>
            <a:pPr algn="l"/>
            <a:r>
              <a:rPr kumimoji="1" lang="ja-JP" altLang="en-US" sz="1600" dirty="0"/>
              <a:t>　</a:t>
            </a:r>
            <a:r>
              <a:rPr kumimoji="1" lang="en-US" altLang="ja-JP" sz="1600" dirty="0"/>
              <a:t>-</a:t>
            </a:r>
            <a:r>
              <a:rPr kumimoji="1" lang="ja-JP" altLang="en-US" sz="1600" dirty="0"/>
              <a:t>そのうえで、人間でも可能な問題量で測定し、能力比較ができる可能性を追求すること</a:t>
            </a:r>
            <a:endParaRPr kumimoji="1" lang="en-US" altLang="ja-JP" sz="1600" dirty="0"/>
          </a:p>
        </p:txBody>
      </p:sp>
    </p:spTree>
    <p:extLst>
      <p:ext uri="{BB962C8B-B14F-4D97-AF65-F5344CB8AC3E}">
        <p14:creationId xmlns:p14="http://schemas.microsoft.com/office/powerpoint/2010/main" val="3649532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CA81BC-20E8-2DC2-1F10-EC489673B902}"/>
              </a:ext>
            </a:extLst>
          </p:cNvPr>
          <p:cNvSpPr>
            <a:spLocks noGrp="1"/>
          </p:cNvSpPr>
          <p:nvPr>
            <p:ph type="title"/>
          </p:nvPr>
        </p:nvSpPr>
        <p:spPr>
          <a:xfrm>
            <a:off x="1163524" y="45349"/>
            <a:ext cx="7574706" cy="584276"/>
          </a:xfrm>
        </p:spPr>
        <p:txBody>
          <a:bodyPr/>
          <a:lstStyle/>
          <a:p>
            <a:r>
              <a:rPr kumimoji="1" lang="ja-JP" altLang="en-US" sz="2000" dirty="0"/>
              <a:t>項目反応理論（</a:t>
            </a:r>
            <a:r>
              <a:rPr kumimoji="1" lang="en-US" altLang="ja-JP" sz="2000" u="sng" dirty="0"/>
              <a:t>I</a:t>
            </a:r>
            <a:r>
              <a:rPr kumimoji="1" lang="en-US" altLang="ja-JP" sz="2000" dirty="0"/>
              <a:t>tem </a:t>
            </a:r>
            <a:r>
              <a:rPr kumimoji="1" lang="en-US" altLang="ja-JP" sz="2000" u="sng" dirty="0"/>
              <a:t>R</a:t>
            </a:r>
            <a:r>
              <a:rPr kumimoji="1" lang="en-US" altLang="ja-JP" sz="2000" dirty="0"/>
              <a:t>esponse </a:t>
            </a:r>
            <a:r>
              <a:rPr kumimoji="1" lang="en-US" altLang="ja-JP" sz="2000" u="sng" dirty="0"/>
              <a:t>T</a:t>
            </a:r>
            <a:r>
              <a:rPr kumimoji="1" lang="en-US" altLang="ja-JP" sz="2000" dirty="0"/>
              <a:t>heory</a:t>
            </a:r>
            <a:r>
              <a:rPr kumimoji="1" lang="ja-JP" altLang="en-US" sz="2000" dirty="0"/>
              <a:t>）の援用の検討</a:t>
            </a:r>
          </a:p>
        </p:txBody>
      </p:sp>
      <p:sp>
        <p:nvSpPr>
          <p:cNvPr id="3" name="スライド番号プレースホルダー 2">
            <a:extLst>
              <a:ext uri="{FF2B5EF4-FFF2-40B4-BE49-F238E27FC236}">
                <a16:creationId xmlns:a16="http://schemas.microsoft.com/office/drawing/2014/main" id="{E6B5D1DF-80B0-800D-F9FF-88B222D82F5D}"/>
              </a:ext>
            </a:extLst>
          </p:cNvPr>
          <p:cNvSpPr>
            <a:spLocks noGrp="1"/>
          </p:cNvSpPr>
          <p:nvPr>
            <p:ph type="sldNum" sz="quarter" idx="12"/>
          </p:nvPr>
        </p:nvSpPr>
        <p:spPr/>
        <p:txBody>
          <a:bodyPr/>
          <a:lstStyle/>
          <a:p>
            <a:pPr fontAlgn="auto">
              <a:spcBef>
                <a:spcPts val="0"/>
              </a:spcBef>
              <a:spcAft>
                <a:spcPts val="0"/>
              </a:spcAft>
            </a:pPr>
            <a:fld id="{14672B03-F2D0-4851-B792-39C5CEFB63BA}" type="slidenum">
              <a:rPr lang="ja-JP" altLang="en-US" smtClean="0">
                <a:latin typeface="Meiryo UI"/>
                <a:ea typeface="Meiryo UI"/>
              </a:rPr>
              <a:pPr fontAlgn="auto">
                <a:spcBef>
                  <a:spcPts val="0"/>
                </a:spcBef>
                <a:spcAft>
                  <a:spcPts val="0"/>
                </a:spcAft>
              </a:pPr>
              <a:t>7</a:t>
            </a:fld>
            <a:endParaRPr lang="ja-JP" altLang="en-US" dirty="0">
              <a:latin typeface="Meiryo UI"/>
              <a:ea typeface="Meiryo UI"/>
            </a:endParaRPr>
          </a:p>
        </p:txBody>
      </p:sp>
      <p:pic>
        <p:nvPicPr>
          <p:cNvPr id="24" name="図 23" descr="グラフ, 折れ線グラフ&#10;&#10;自動的に生成された説明">
            <a:extLst>
              <a:ext uri="{FF2B5EF4-FFF2-40B4-BE49-F238E27FC236}">
                <a16:creationId xmlns:a16="http://schemas.microsoft.com/office/drawing/2014/main" id="{FECE260D-9BBE-2379-7256-CBEA4BBB5F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4538" y="3017083"/>
            <a:ext cx="3294915" cy="2402464"/>
          </a:xfrm>
          <a:prstGeom prst="rect">
            <a:avLst/>
          </a:prstGeom>
        </p:spPr>
      </p:pic>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C2074A3E-D47C-3E79-BAE7-5B61A001F2C0}"/>
                  </a:ext>
                </a:extLst>
              </p:cNvPr>
              <p:cNvSpPr txBox="1"/>
              <p:nvPr/>
            </p:nvSpPr>
            <p:spPr>
              <a:xfrm>
                <a:off x="5666509" y="1859257"/>
                <a:ext cx="3477491" cy="1169551"/>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dirty="0">
                    <a:ln>
                      <a:noFill/>
                    </a:ln>
                    <a:solidFill>
                      <a:prstClr val="black"/>
                    </a:solidFill>
                    <a:effectLst/>
                    <a:uLnTx/>
                    <a:uFillTx/>
                  </a:rPr>
                  <a:t>例</a:t>
                </a:r>
                <a:r>
                  <a:rPr kumimoji="1" lang="en-US" altLang="ja-JP" sz="1400" b="0" i="0" u="none" strike="noStrike" kern="0" cap="none" spc="0" normalizeH="0" baseline="0" noProof="0" dirty="0">
                    <a:ln>
                      <a:noFill/>
                    </a:ln>
                    <a:solidFill>
                      <a:prstClr val="black"/>
                    </a:solidFill>
                    <a:effectLst/>
                    <a:uLnTx/>
                    <a:uFillTx/>
                  </a:rPr>
                  <a:t>: 2PL</a:t>
                </a:r>
                <a:r>
                  <a:rPr kumimoji="1" lang="ja-JP" altLang="en-US" sz="1400" b="0" i="0" u="none" strike="noStrike" kern="0" cap="none" spc="0" normalizeH="0" baseline="0" noProof="0" dirty="0">
                    <a:ln>
                      <a:noFill/>
                    </a:ln>
                    <a:solidFill>
                      <a:prstClr val="black"/>
                    </a:solidFill>
                    <a:effectLst/>
                    <a:uLnTx/>
                    <a:uFillTx/>
                  </a:rPr>
                  <a:t> </a:t>
                </a:r>
                <a:r>
                  <a:rPr kumimoji="1" lang="en-US" altLang="ja-JP" sz="1400" b="0" i="0" u="none" strike="noStrike" kern="0" cap="none" spc="0" normalizeH="0" baseline="0" noProof="0" dirty="0">
                    <a:ln>
                      <a:noFill/>
                    </a:ln>
                    <a:solidFill>
                      <a:prstClr val="black"/>
                    </a:solidFill>
                    <a:effectLst/>
                    <a:uLnTx/>
                    <a:uFillTx/>
                  </a:rPr>
                  <a:t>logit</a:t>
                </a:r>
                <a:r>
                  <a:rPr kumimoji="1" lang="ja-JP" altLang="en-US" sz="1400" b="0" i="0" u="none" strike="noStrike" kern="0" cap="none" spc="0" normalizeH="0" baseline="0" noProof="0" dirty="0">
                    <a:ln>
                      <a:noFill/>
                    </a:ln>
                    <a:solidFill>
                      <a:prstClr val="black"/>
                    </a:solidFill>
                    <a:effectLst/>
                    <a:uLnTx/>
                    <a:uFillTx/>
                  </a:rPr>
                  <a:t> </a:t>
                </a:r>
                <a:r>
                  <a:rPr kumimoji="1" lang="en-US" altLang="ja-JP" sz="1400" b="0" i="0" u="none" strike="noStrike" kern="0" cap="none" spc="0" normalizeH="0" baseline="0" noProof="0" dirty="0">
                    <a:ln>
                      <a:noFill/>
                    </a:ln>
                    <a:solidFill>
                      <a:prstClr val="black"/>
                    </a:solidFill>
                    <a:effectLst/>
                    <a:uLnTx/>
                    <a:uFillTx/>
                  </a:rPr>
                  <a:t>model</a:t>
                </a:r>
                <a:r>
                  <a:rPr kumimoji="1" lang="ja-JP" altLang="en-US" sz="1400" b="0" i="0" u="none" strike="noStrike" kern="0" cap="none" spc="0" normalizeH="0" baseline="0" noProof="0" dirty="0">
                    <a:ln>
                      <a:noFill/>
                    </a:ln>
                    <a:solidFill>
                      <a:prstClr val="black"/>
                    </a:solidFill>
                    <a:effectLst/>
                    <a:uLnTx/>
                    <a:uFillTx/>
                  </a:rPr>
                  <a:t>で、</a:t>
                </a:r>
                <a:endParaRPr kumimoji="1" lang="en-US" altLang="ja-JP" sz="14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dirty="0">
                    <a:ln>
                      <a:noFill/>
                    </a:ln>
                    <a:solidFill>
                      <a:prstClr val="black"/>
                    </a:solidFill>
                    <a:effectLst/>
                    <a:uLnTx/>
                    <a:uFillTx/>
                  </a:rPr>
                  <a:t>識別力 </a:t>
                </a:r>
                <a14:m>
                  <m:oMath xmlns:m="http://schemas.openxmlformats.org/officeDocument/2006/math">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𝑎</m:t>
                    </m:r>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=1.25</m:t>
                    </m:r>
                  </m:oMath>
                </a14:m>
                <a:endParaRPr kumimoji="1" lang="en-US" altLang="ja-JP" sz="14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dirty="0">
                    <a:ln>
                      <a:noFill/>
                    </a:ln>
                    <a:solidFill>
                      <a:prstClr val="black"/>
                    </a:solidFill>
                    <a:effectLst/>
                    <a:uLnTx/>
                    <a:uFillTx/>
                  </a:rPr>
                  <a:t>困難度 </a:t>
                </a:r>
                <a14:m>
                  <m:oMath xmlns:m="http://schemas.openxmlformats.org/officeDocument/2006/math">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𝑏</m:t>
                    </m:r>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=0.5</m:t>
                    </m:r>
                  </m:oMath>
                </a14:m>
                <a:endParaRPr kumimoji="1" lang="en-US" altLang="ja-JP" sz="14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dirty="0">
                    <a:ln>
                      <a:noFill/>
                    </a:ln>
                    <a:solidFill>
                      <a:prstClr val="black"/>
                    </a:solidFill>
                    <a:effectLst/>
                    <a:uLnTx/>
                    <a:uFillTx/>
                  </a:rPr>
                  <a:t>の場合の、能力</a:t>
                </a:r>
                <a14:m>
                  <m:oMath xmlns:m="http://schemas.openxmlformats.org/officeDocument/2006/math">
                    <m:r>
                      <a:rPr kumimoji="1" lang="ja-JP" altLang="en-US" sz="1400" b="0" i="1" u="none" strike="noStrike" kern="0" cap="none" spc="0" normalizeH="0" baseline="0" noProof="0" smtClean="0">
                        <a:ln>
                          <a:noFill/>
                        </a:ln>
                        <a:solidFill>
                          <a:prstClr val="black"/>
                        </a:solidFill>
                        <a:effectLst/>
                        <a:uLnTx/>
                        <a:uFillTx/>
                        <a:latin typeface="Cambria Math" panose="02040503050406030204" pitchFamily="18" charset="0"/>
                      </a:rPr>
                      <m:t>𝜃</m:t>
                    </m:r>
                  </m:oMath>
                </a14:m>
                <a:r>
                  <a:rPr kumimoji="1" lang="ja-JP" altLang="en-US" sz="1400" b="0" i="0" u="none" strike="noStrike" kern="0" cap="none" spc="0" normalizeH="0" baseline="0" noProof="0" dirty="0">
                    <a:ln>
                      <a:noFill/>
                    </a:ln>
                    <a:solidFill>
                      <a:prstClr val="black"/>
                    </a:solidFill>
                    <a:effectLst/>
                    <a:uLnTx/>
                    <a:uFillTx/>
                  </a:rPr>
                  <a:t>に応じた反応率の変化</a:t>
                </a:r>
                <a:endParaRPr kumimoji="1" lang="en-US" altLang="ja-JP" sz="14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dirty="0">
                    <a:ln>
                      <a:noFill/>
                    </a:ln>
                    <a:solidFill>
                      <a:prstClr val="black"/>
                    </a:solidFill>
                    <a:effectLst/>
                    <a:uLnTx/>
                    <a:uFillTx/>
                  </a:rPr>
                  <a:t>（能力</a:t>
                </a:r>
                <a14:m>
                  <m:oMath xmlns:m="http://schemas.openxmlformats.org/officeDocument/2006/math">
                    <m:r>
                      <a:rPr kumimoji="1" lang="ja-JP" altLang="en-US" sz="1400" b="0" i="1" u="none" strike="noStrike" kern="0" cap="none" spc="0" normalizeH="0" baseline="0" noProof="0" smtClean="0">
                        <a:ln>
                          <a:noFill/>
                        </a:ln>
                        <a:solidFill>
                          <a:prstClr val="black"/>
                        </a:solidFill>
                        <a:effectLst/>
                        <a:uLnTx/>
                        <a:uFillTx/>
                        <a:latin typeface="Cambria Math" panose="02040503050406030204" pitchFamily="18" charset="0"/>
                      </a:rPr>
                      <m:t>𝜃</m:t>
                    </m:r>
                  </m:oMath>
                </a14:m>
                <a:r>
                  <a:rPr kumimoji="1" lang="ja-JP" altLang="en-US" sz="1400" b="0" i="0" u="none" strike="noStrike" kern="0" cap="none" spc="0" normalizeH="0" baseline="0" noProof="0" dirty="0">
                    <a:ln>
                      <a:noFill/>
                    </a:ln>
                    <a:solidFill>
                      <a:prstClr val="black"/>
                    </a:solidFill>
                    <a:effectLst/>
                    <a:uLnTx/>
                    <a:uFillTx/>
                  </a:rPr>
                  <a:t>は、標準正規分布すると仮定）</a:t>
                </a:r>
                <a:endParaRPr kumimoji="1" lang="en-US" altLang="ja-JP" sz="1400" b="0" i="0" u="none" strike="noStrike" kern="0" cap="none" spc="0" normalizeH="0" baseline="0" noProof="0" dirty="0">
                  <a:ln>
                    <a:noFill/>
                  </a:ln>
                  <a:solidFill>
                    <a:prstClr val="black"/>
                  </a:solidFill>
                  <a:effectLst/>
                  <a:uLnTx/>
                  <a:uFillTx/>
                </a:endParaRPr>
              </a:p>
            </p:txBody>
          </p:sp>
        </mc:Choice>
        <mc:Fallback xmlns="">
          <p:sp>
            <p:nvSpPr>
              <p:cNvPr id="25" name="テキスト ボックス 24">
                <a:extLst>
                  <a:ext uri="{FF2B5EF4-FFF2-40B4-BE49-F238E27FC236}">
                    <a16:creationId xmlns:a16="http://schemas.microsoft.com/office/drawing/2014/main" id="{C2074A3E-D47C-3E79-BAE7-5B61A001F2C0}"/>
                  </a:ext>
                </a:extLst>
              </p:cNvPr>
              <p:cNvSpPr txBox="1">
                <a:spLocks noRot="1" noChangeAspect="1" noMove="1" noResize="1" noEditPoints="1" noAdjustHandles="1" noChangeArrowheads="1" noChangeShapeType="1" noTextEdit="1"/>
              </p:cNvSpPr>
              <p:nvPr/>
            </p:nvSpPr>
            <p:spPr>
              <a:xfrm>
                <a:off x="5666509" y="1859257"/>
                <a:ext cx="3477491" cy="1169551"/>
              </a:xfrm>
              <a:prstGeom prst="rect">
                <a:avLst/>
              </a:prstGeom>
              <a:blipFill>
                <a:blip r:embed="rId3"/>
                <a:stretch>
                  <a:fillRect l="-526" t="-1042" b="-41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F857C4DB-BBF2-D6A6-5F04-C0A0EE4F7A05}"/>
                  </a:ext>
                </a:extLst>
              </p:cNvPr>
              <p:cNvSpPr txBox="1"/>
              <p:nvPr/>
            </p:nvSpPr>
            <p:spPr>
              <a:xfrm>
                <a:off x="938645" y="842449"/>
                <a:ext cx="7266709" cy="830997"/>
              </a:xfrm>
              <a:prstGeom prst="rect">
                <a:avLst/>
              </a:prstGeom>
              <a:solidFill>
                <a:srgbClr val="FFC000"/>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prstClr val="black"/>
                    </a:solidFill>
                    <a:effectLst/>
                    <a:uLnTx/>
                    <a:uFillTx/>
                  </a:rPr>
                  <a:t>項目反応理論（</a:t>
                </a:r>
                <a:r>
                  <a:rPr kumimoji="1" lang="en-US" altLang="ja-JP" sz="1600" b="1" i="0" u="sng" strike="noStrike" kern="0" cap="none" spc="0" normalizeH="0" baseline="0" noProof="0" dirty="0">
                    <a:ln>
                      <a:noFill/>
                    </a:ln>
                    <a:solidFill>
                      <a:prstClr val="black"/>
                    </a:solidFill>
                    <a:effectLst/>
                    <a:uLnTx/>
                    <a:uFillTx/>
                  </a:rPr>
                  <a:t>I</a:t>
                </a:r>
                <a:r>
                  <a:rPr kumimoji="1" lang="en-US" altLang="ja-JP" sz="1600" b="0" i="0" u="none" strike="noStrike" kern="0" cap="none" spc="0" normalizeH="0" baseline="0" noProof="0" dirty="0">
                    <a:ln>
                      <a:noFill/>
                    </a:ln>
                    <a:solidFill>
                      <a:prstClr val="black"/>
                    </a:solidFill>
                    <a:effectLst/>
                    <a:uLnTx/>
                    <a:uFillTx/>
                  </a:rPr>
                  <a:t>tem </a:t>
                </a:r>
                <a:r>
                  <a:rPr kumimoji="1" lang="en-US" altLang="ja-JP" sz="1600" b="1" i="0" u="sng" strike="noStrike" kern="0" cap="none" spc="0" normalizeH="0" baseline="0" noProof="0" dirty="0">
                    <a:ln>
                      <a:noFill/>
                    </a:ln>
                    <a:solidFill>
                      <a:prstClr val="black"/>
                    </a:solidFill>
                    <a:effectLst/>
                    <a:uLnTx/>
                    <a:uFillTx/>
                  </a:rPr>
                  <a:t>R</a:t>
                </a:r>
                <a:r>
                  <a:rPr kumimoji="1" lang="en-US" altLang="ja-JP" sz="1600" b="0" i="0" u="none" strike="noStrike" kern="0" cap="none" spc="0" normalizeH="0" baseline="0" noProof="0" dirty="0">
                    <a:ln>
                      <a:noFill/>
                    </a:ln>
                    <a:solidFill>
                      <a:prstClr val="black"/>
                    </a:solidFill>
                    <a:effectLst/>
                    <a:uLnTx/>
                    <a:uFillTx/>
                  </a:rPr>
                  <a:t>esponse </a:t>
                </a:r>
                <a:r>
                  <a:rPr kumimoji="1" lang="en-US" altLang="ja-JP" sz="1600" b="1" i="0" u="sng" strike="noStrike" kern="0" cap="none" spc="0" normalizeH="0" baseline="0" noProof="0" dirty="0">
                    <a:ln>
                      <a:noFill/>
                    </a:ln>
                    <a:solidFill>
                      <a:prstClr val="black"/>
                    </a:solidFill>
                    <a:effectLst/>
                    <a:uLnTx/>
                    <a:uFillTx/>
                  </a:rPr>
                  <a:t>T</a:t>
                </a:r>
                <a:r>
                  <a:rPr kumimoji="1" lang="en-US" altLang="ja-JP" sz="1600" b="0" i="0" u="none" strike="noStrike" kern="0" cap="none" spc="0" normalizeH="0" baseline="0" noProof="0" dirty="0">
                    <a:ln>
                      <a:noFill/>
                    </a:ln>
                    <a:solidFill>
                      <a:prstClr val="black"/>
                    </a:solidFill>
                    <a:effectLst/>
                    <a:uLnTx/>
                    <a:uFillTx/>
                  </a:rPr>
                  <a:t>heory</a:t>
                </a:r>
                <a:r>
                  <a:rPr kumimoji="1" lang="ja-JP" altLang="en-US" sz="1600" b="0" i="0" u="none" strike="noStrike" kern="0" cap="none" spc="0" normalizeH="0" baseline="0" noProof="0" dirty="0">
                    <a:ln>
                      <a:noFill/>
                    </a:ln>
                    <a:solidFill>
                      <a:prstClr val="black"/>
                    </a:solidFill>
                    <a:effectLst/>
                    <a:uLnTx/>
                    <a:uFillTx/>
                  </a:rPr>
                  <a:t>）</a:t>
                </a:r>
                <a:r>
                  <a:rPr kumimoji="1" lang="en-US" altLang="ja-JP" sz="1600" b="0" i="0" u="none" strike="noStrike" kern="0" cap="none" spc="0" normalizeH="0" baseline="0" noProof="0" dirty="0">
                    <a:ln>
                      <a:noFill/>
                    </a:ln>
                    <a:solidFill>
                      <a:prstClr val="black"/>
                    </a:solidFill>
                    <a:effectLst/>
                    <a:uLnTx/>
                    <a:uFillTx/>
                  </a:rPr>
                  <a:t>:</a:t>
                </a: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prstClr val="black"/>
                    </a:solidFill>
                    <a:effectLst/>
                    <a:uLnTx/>
                    <a:uFillTx/>
                  </a:rPr>
                  <a:t>各質問</a:t>
                </a:r>
                <a:r>
                  <a:rPr kumimoji="1" lang="en-US" altLang="ja-JP" sz="1600" b="0" i="0" u="none" strike="noStrike" kern="0" cap="none" spc="0" normalizeH="0" baseline="0" noProof="0" dirty="0">
                    <a:ln>
                      <a:noFill/>
                    </a:ln>
                    <a:solidFill>
                      <a:prstClr val="black"/>
                    </a:solidFill>
                    <a:effectLst/>
                    <a:uLnTx/>
                    <a:uFillTx/>
                  </a:rPr>
                  <a:t>/</a:t>
                </a:r>
                <a:r>
                  <a:rPr kumimoji="1" lang="ja-JP" altLang="en-US" sz="1600" b="0" i="0" u="none" strike="noStrike" kern="0" cap="none" spc="0" normalizeH="0" baseline="0" noProof="0" dirty="0">
                    <a:ln>
                      <a:noFill/>
                    </a:ln>
                    <a:solidFill>
                      <a:prstClr val="black"/>
                    </a:solidFill>
                    <a:effectLst/>
                    <a:uLnTx/>
                    <a:uFillTx/>
                  </a:rPr>
                  <a:t>テスト項目への応答結果について、潜在的な能力を示す変数</a:t>
                </a:r>
                <a14:m>
                  <m:oMath xmlns:m="http://schemas.openxmlformats.org/officeDocument/2006/math">
                    <m:r>
                      <a:rPr kumimoji="1" lang="ja-JP" altLang="en-US" sz="1600" b="0" i="1" u="none" strike="noStrike" kern="0" cap="none" spc="0" normalizeH="0" baseline="0" noProof="0" smtClean="0">
                        <a:ln>
                          <a:noFill/>
                        </a:ln>
                        <a:solidFill>
                          <a:prstClr val="black"/>
                        </a:solidFill>
                        <a:effectLst/>
                        <a:uLnTx/>
                        <a:uFillTx/>
                        <a:latin typeface="Cambria Math" panose="02040503050406030204" pitchFamily="18" charset="0"/>
                      </a:rPr>
                      <m:t>𝜃</m:t>
                    </m:r>
                  </m:oMath>
                </a14:m>
                <a:r>
                  <a:rPr kumimoji="1" lang="ja-JP" altLang="en-US" sz="1600" b="0" i="0" u="none" strike="noStrike" kern="0" cap="none" spc="0" normalizeH="0" baseline="0" noProof="0" dirty="0">
                    <a:ln>
                      <a:noFill/>
                    </a:ln>
                    <a:solidFill>
                      <a:prstClr val="black"/>
                    </a:solidFill>
                    <a:effectLst/>
                    <a:uLnTx/>
                    <a:uFillTx/>
                  </a:rPr>
                  <a:t>を引数とした、</a:t>
                </a:r>
                <a:endParaRPr kumimoji="1" lang="en-US" altLang="ja-JP" sz="16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dirty="0">
                    <a:ln>
                      <a:noFill/>
                    </a:ln>
                    <a:solidFill>
                      <a:prstClr val="black"/>
                    </a:solidFill>
                    <a:effectLst/>
                    <a:uLnTx/>
                    <a:uFillTx/>
                  </a:rPr>
                  <a:t>確率関数に依存して生成されるものとして、応答結果をもとに分析する方法</a:t>
                </a:r>
                <a:endParaRPr kumimoji="1" lang="en-US" altLang="ja-JP" sz="1600" b="0" i="0" u="none" strike="noStrike" kern="0" cap="none" spc="0" normalizeH="0" baseline="0" noProof="0" dirty="0">
                  <a:ln>
                    <a:noFill/>
                  </a:ln>
                  <a:solidFill>
                    <a:prstClr val="black"/>
                  </a:solidFill>
                  <a:effectLst/>
                  <a:uLnTx/>
                  <a:uFillTx/>
                </a:endParaRPr>
              </a:p>
            </p:txBody>
          </p:sp>
        </mc:Choice>
        <mc:Fallback xmlns="">
          <p:sp>
            <p:nvSpPr>
              <p:cNvPr id="26" name="テキスト ボックス 25">
                <a:extLst>
                  <a:ext uri="{FF2B5EF4-FFF2-40B4-BE49-F238E27FC236}">
                    <a16:creationId xmlns:a16="http://schemas.microsoft.com/office/drawing/2014/main" id="{F857C4DB-BBF2-D6A6-5F04-C0A0EE4F7A05}"/>
                  </a:ext>
                </a:extLst>
              </p:cNvPr>
              <p:cNvSpPr txBox="1">
                <a:spLocks noRot="1" noChangeAspect="1" noMove="1" noResize="1" noEditPoints="1" noAdjustHandles="1" noChangeArrowheads="1" noChangeShapeType="1" noTextEdit="1"/>
              </p:cNvSpPr>
              <p:nvPr/>
            </p:nvSpPr>
            <p:spPr>
              <a:xfrm>
                <a:off x="938645" y="842449"/>
                <a:ext cx="7266709" cy="830997"/>
              </a:xfrm>
              <a:prstGeom prst="rect">
                <a:avLst/>
              </a:prstGeom>
              <a:blipFill>
                <a:blip r:embed="rId4"/>
                <a:stretch>
                  <a:fillRect l="-503" t="-2190" b="-80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 name="楕円 26">
                <a:extLst>
                  <a:ext uri="{FF2B5EF4-FFF2-40B4-BE49-F238E27FC236}">
                    <a16:creationId xmlns:a16="http://schemas.microsoft.com/office/drawing/2014/main" id="{642CEF53-485E-69A8-EF79-4EB0355985E4}"/>
                  </a:ext>
                </a:extLst>
              </p:cNvPr>
              <p:cNvSpPr/>
              <p:nvPr/>
            </p:nvSpPr>
            <p:spPr>
              <a:xfrm>
                <a:off x="2209802" y="1692468"/>
                <a:ext cx="1046018" cy="217364"/>
              </a:xfrm>
              <a:prstGeom prst="ellipse">
                <a:avLst/>
              </a:prstGeom>
              <a:noFill/>
              <a:ln w="19050" cap="flat" cmpd="sng" algn="ctr">
                <a:solidFill>
                  <a:srgbClr val="156082">
                    <a:shade val="15000"/>
                  </a:srgbClr>
                </a:solidFill>
                <a:prstDash val="dash"/>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200" b="0" i="0" u="none" strike="noStrike" kern="0" cap="none" spc="0" normalizeH="0" baseline="0" noProof="0" dirty="0">
                    <a:ln>
                      <a:noFill/>
                    </a:ln>
                    <a:solidFill>
                      <a:prstClr val="black"/>
                    </a:solidFill>
                    <a:effectLst/>
                    <a:uLnTx/>
                    <a:uFillTx/>
                    <a:latin typeface="+mj-lt"/>
                    <a:ea typeface="游ゴシック" panose="020B0400000000000000" pitchFamily="50" charset="-128"/>
                    <a:cs typeface="+mn-cs"/>
                  </a:rPr>
                  <a:t>能力</a:t>
                </a:r>
                <a14:m>
                  <m:oMath xmlns:m="http://schemas.openxmlformats.org/officeDocument/2006/math">
                    <m:r>
                      <a:rPr kumimoji="1" lang="ja-JP"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𝜃</m:t>
                    </m:r>
                  </m:oMath>
                </a14:m>
                <a:endParaRPr kumimoji="1" lang="ja-JP" altLang="en-US" sz="1200" b="0" i="0" u="none" strike="noStrike" kern="0" cap="none" spc="0" normalizeH="0" baseline="0" noProof="0" dirty="0">
                  <a:ln>
                    <a:noFill/>
                  </a:ln>
                  <a:solidFill>
                    <a:prstClr val="black"/>
                  </a:solidFill>
                  <a:effectLst/>
                  <a:uLnTx/>
                  <a:uFillTx/>
                  <a:latin typeface="+mj-lt"/>
                  <a:ea typeface="游ゴシック" panose="020B0400000000000000" pitchFamily="50" charset="-128"/>
                  <a:cs typeface="+mn-cs"/>
                </a:endParaRPr>
              </a:p>
            </p:txBody>
          </p:sp>
        </mc:Choice>
        <mc:Fallback xmlns="">
          <p:sp>
            <p:nvSpPr>
              <p:cNvPr id="27" name="楕円 26">
                <a:extLst>
                  <a:ext uri="{FF2B5EF4-FFF2-40B4-BE49-F238E27FC236}">
                    <a16:creationId xmlns:a16="http://schemas.microsoft.com/office/drawing/2014/main" id="{642CEF53-485E-69A8-EF79-4EB0355985E4}"/>
                  </a:ext>
                </a:extLst>
              </p:cNvPr>
              <p:cNvSpPr>
                <a:spLocks noRot="1" noChangeAspect="1" noMove="1" noResize="1" noEditPoints="1" noAdjustHandles="1" noChangeArrowheads="1" noChangeShapeType="1" noTextEdit="1"/>
              </p:cNvSpPr>
              <p:nvPr/>
            </p:nvSpPr>
            <p:spPr>
              <a:xfrm>
                <a:off x="2209802" y="1692468"/>
                <a:ext cx="1046018" cy="217364"/>
              </a:xfrm>
              <a:prstGeom prst="ellipse">
                <a:avLst/>
              </a:prstGeom>
              <a:blipFill>
                <a:blip r:embed="rId5"/>
                <a:stretch>
                  <a:fillRect t="-13158" b="-28947"/>
                </a:stretch>
              </a:blipFill>
              <a:ln w="19050" cap="flat" cmpd="sng" algn="ctr">
                <a:solidFill>
                  <a:srgbClr val="156082">
                    <a:shade val="15000"/>
                  </a:srgbClr>
                </a:solidFill>
                <a:prstDash val="dash"/>
                <a:miter lim="800000"/>
              </a:ln>
              <a:effectLst/>
            </p:spPr>
            <p:txBody>
              <a:bodyPr/>
              <a:lstStyle/>
              <a:p>
                <a:r>
                  <a:rPr lang="ja-JP" altLang="en-US">
                    <a:noFill/>
                  </a:rPr>
                  <a:t> </a:t>
                </a:r>
              </a:p>
            </p:txBody>
          </p:sp>
        </mc:Fallback>
      </mc:AlternateContent>
      <p:sp>
        <p:nvSpPr>
          <p:cNvPr id="28" name="楕円 27">
            <a:extLst>
              <a:ext uri="{FF2B5EF4-FFF2-40B4-BE49-F238E27FC236}">
                <a16:creationId xmlns:a16="http://schemas.microsoft.com/office/drawing/2014/main" id="{F89F3964-3416-E1C4-119C-7BF1D5C4772A}"/>
              </a:ext>
            </a:extLst>
          </p:cNvPr>
          <p:cNvSpPr/>
          <p:nvPr/>
        </p:nvSpPr>
        <p:spPr>
          <a:xfrm>
            <a:off x="353291" y="2724631"/>
            <a:ext cx="1046017" cy="292454"/>
          </a:xfrm>
          <a:prstGeom prst="ellipse">
            <a:avLst/>
          </a:prstGeom>
          <a:no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prstClr val="black"/>
                </a:solidFill>
                <a:effectLst/>
                <a:uLnTx/>
                <a:uFillTx/>
                <a:latin typeface="+mj-lt"/>
                <a:ea typeface="游ゴシック" panose="020B0400000000000000" pitchFamily="50" charset="-128"/>
                <a:cs typeface="+mn-cs"/>
              </a:rPr>
              <a:t>Q.</a:t>
            </a:r>
            <a:r>
              <a:rPr kumimoji="1" lang="ja-JP" altLang="en-US" sz="1100" b="0" i="0" u="none" strike="noStrike" kern="0" cap="none" spc="0" normalizeH="0" baseline="0" noProof="0" dirty="0">
                <a:ln>
                  <a:noFill/>
                </a:ln>
                <a:solidFill>
                  <a:prstClr val="black"/>
                </a:solidFill>
                <a:effectLst/>
                <a:uLnTx/>
                <a:uFillTx/>
                <a:latin typeface="+mj-lt"/>
                <a:ea typeface="游ゴシック" panose="020B0400000000000000" pitchFamily="50" charset="-128"/>
                <a:cs typeface="+mn-cs"/>
              </a:rPr>
              <a:t> </a:t>
            </a:r>
            <a:r>
              <a:rPr kumimoji="1" lang="en-US" altLang="ja-JP" sz="1100" b="0" i="0" u="none" strike="noStrike" kern="0" cap="none" spc="0" normalizeH="0" baseline="0" noProof="0" dirty="0">
                <a:ln>
                  <a:noFill/>
                </a:ln>
                <a:solidFill>
                  <a:prstClr val="black"/>
                </a:solidFill>
                <a:effectLst/>
                <a:uLnTx/>
                <a:uFillTx/>
                <a:latin typeface="+mj-lt"/>
                <a:ea typeface="游ゴシック" panose="020B0400000000000000" pitchFamily="50" charset="-128"/>
                <a:cs typeface="+mn-cs"/>
              </a:rPr>
              <a:t>1</a:t>
            </a:r>
            <a:r>
              <a:rPr kumimoji="1" lang="ja-JP" altLang="en-US" sz="1100" b="0" i="0" u="none" strike="noStrike" kern="0" cap="none" spc="0" normalizeH="0" baseline="0" noProof="0" dirty="0">
                <a:ln>
                  <a:noFill/>
                </a:ln>
                <a:solidFill>
                  <a:prstClr val="black"/>
                </a:solidFill>
                <a:effectLst/>
                <a:uLnTx/>
                <a:uFillTx/>
                <a:latin typeface="+mj-lt"/>
                <a:ea typeface="游ゴシック" panose="020B0400000000000000" pitchFamily="50" charset="-128"/>
                <a:cs typeface="+mn-cs"/>
              </a:rPr>
              <a:t>の反応</a:t>
            </a:r>
          </a:p>
        </p:txBody>
      </p:sp>
      <p:sp>
        <p:nvSpPr>
          <p:cNvPr id="29" name="楕円 28">
            <a:extLst>
              <a:ext uri="{FF2B5EF4-FFF2-40B4-BE49-F238E27FC236}">
                <a16:creationId xmlns:a16="http://schemas.microsoft.com/office/drawing/2014/main" id="{EE9EA726-1AB5-2F41-A4A6-9D65ED467039}"/>
              </a:ext>
            </a:extLst>
          </p:cNvPr>
          <p:cNvSpPr/>
          <p:nvPr/>
        </p:nvSpPr>
        <p:spPr>
          <a:xfrm>
            <a:off x="1475509" y="2724630"/>
            <a:ext cx="1046017" cy="292454"/>
          </a:xfrm>
          <a:prstGeom prst="ellipse">
            <a:avLst/>
          </a:prstGeom>
          <a:no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prstClr val="black"/>
                </a:solidFill>
                <a:effectLst/>
                <a:uLnTx/>
                <a:uFillTx/>
                <a:latin typeface="+mj-lt"/>
                <a:ea typeface="游ゴシック" panose="020B0400000000000000" pitchFamily="50" charset="-128"/>
                <a:cs typeface="+mn-cs"/>
              </a:rPr>
              <a:t>Q. 2</a:t>
            </a:r>
            <a:r>
              <a:rPr kumimoji="1" lang="ja-JP" altLang="en-US" sz="1100" b="0" i="0" u="none" strike="noStrike" kern="0" cap="none" spc="0" normalizeH="0" baseline="0" noProof="0" dirty="0">
                <a:ln>
                  <a:noFill/>
                </a:ln>
                <a:solidFill>
                  <a:prstClr val="black"/>
                </a:solidFill>
                <a:effectLst/>
                <a:uLnTx/>
                <a:uFillTx/>
                <a:latin typeface="+mj-lt"/>
                <a:ea typeface="游ゴシック" panose="020B0400000000000000" pitchFamily="50" charset="-128"/>
                <a:cs typeface="+mn-cs"/>
              </a:rPr>
              <a:t>の反応</a:t>
            </a:r>
          </a:p>
        </p:txBody>
      </p:sp>
      <p:sp>
        <p:nvSpPr>
          <p:cNvPr id="30" name="楕円 29">
            <a:extLst>
              <a:ext uri="{FF2B5EF4-FFF2-40B4-BE49-F238E27FC236}">
                <a16:creationId xmlns:a16="http://schemas.microsoft.com/office/drawing/2014/main" id="{5C20A377-7E97-B4C2-7E0C-9AC3B0D85112}"/>
              </a:ext>
            </a:extLst>
          </p:cNvPr>
          <p:cNvSpPr/>
          <p:nvPr/>
        </p:nvSpPr>
        <p:spPr>
          <a:xfrm>
            <a:off x="4010892" y="2724630"/>
            <a:ext cx="1046017" cy="292454"/>
          </a:xfrm>
          <a:prstGeom prst="ellipse">
            <a:avLst/>
          </a:prstGeom>
          <a:no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0" cap="none" spc="0" normalizeH="0" baseline="0" noProof="0" dirty="0">
                <a:ln>
                  <a:noFill/>
                </a:ln>
                <a:solidFill>
                  <a:prstClr val="black"/>
                </a:solidFill>
                <a:effectLst/>
                <a:uLnTx/>
                <a:uFillTx/>
                <a:latin typeface="+mj-lt"/>
                <a:ea typeface="游ゴシック" panose="020B0400000000000000" pitchFamily="50" charset="-128"/>
                <a:cs typeface="+mn-cs"/>
              </a:rPr>
              <a:t>Q. N</a:t>
            </a:r>
            <a:r>
              <a:rPr kumimoji="1" lang="ja-JP" altLang="en-US" sz="1100" b="0" i="0" u="none" strike="noStrike" kern="0" cap="none" spc="0" normalizeH="0" baseline="0" noProof="0" dirty="0">
                <a:ln>
                  <a:noFill/>
                </a:ln>
                <a:solidFill>
                  <a:prstClr val="black"/>
                </a:solidFill>
                <a:effectLst/>
                <a:uLnTx/>
                <a:uFillTx/>
                <a:latin typeface="+mj-lt"/>
                <a:ea typeface="游ゴシック" panose="020B0400000000000000" pitchFamily="50" charset="-128"/>
                <a:cs typeface="+mn-cs"/>
              </a:rPr>
              <a:t>の反応</a:t>
            </a:r>
          </a:p>
        </p:txBody>
      </p:sp>
      <p:cxnSp>
        <p:nvCxnSpPr>
          <p:cNvPr id="31" name="直線矢印コネクタ 30">
            <a:extLst>
              <a:ext uri="{FF2B5EF4-FFF2-40B4-BE49-F238E27FC236}">
                <a16:creationId xmlns:a16="http://schemas.microsoft.com/office/drawing/2014/main" id="{CC59F694-5BE3-27DD-B229-A57343235380}"/>
              </a:ext>
            </a:extLst>
          </p:cNvPr>
          <p:cNvCxnSpPr>
            <a:stCxn id="27" idx="4"/>
            <a:endCxn id="28" idx="0"/>
          </p:cNvCxnSpPr>
          <p:nvPr/>
        </p:nvCxnSpPr>
        <p:spPr>
          <a:xfrm flipH="1">
            <a:off x="876300" y="1909832"/>
            <a:ext cx="1856511" cy="814799"/>
          </a:xfrm>
          <a:prstGeom prst="straightConnector1">
            <a:avLst/>
          </a:prstGeom>
          <a:noFill/>
          <a:ln w="19050" cap="flat" cmpd="sng" algn="ctr">
            <a:solidFill>
              <a:sysClr val="windowText" lastClr="000000"/>
            </a:solidFill>
            <a:prstDash val="solid"/>
            <a:miter lim="800000"/>
            <a:tailEnd type="triangle"/>
          </a:ln>
          <a:effectLst/>
        </p:spPr>
      </p:cxnSp>
      <p:cxnSp>
        <p:nvCxnSpPr>
          <p:cNvPr id="32" name="直線矢印コネクタ 31">
            <a:extLst>
              <a:ext uri="{FF2B5EF4-FFF2-40B4-BE49-F238E27FC236}">
                <a16:creationId xmlns:a16="http://schemas.microsoft.com/office/drawing/2014/main" id="{CF7FF655-4075-489D-0EE7-C903E2B1ACA9}"/>
              </a:ext>
            </a:extLst>
          </p:cNvPr>
          <p:cNvCxnSpPr>
            <a:cxnSpLocks/>
            <a:stCxn id="27" idx="4"/>
            <a:endCxn id="29" idx="0"/>
          </p:cNvCxnSpPr>
          <p:nvPr/>
        </p:nvCxnSpPr>
        <p:spPr>
          <a:xfrm flipH="1">
            <a:off x="1998518" y="1909832"/>
            <a:ext cx="734293" cy="814798"/>
          </a:xfrm>
          <a:prstGeom prst="straightConnector1">
            <a:avLst/>
          </a:prstGeom>
          <a:noFill/>
          <a:ln w="19050" cap="flat" cmpd="sng" algn="ctr">
            <a:solidFill>
              <a:sysClr val="windowText" lastClr="000000"/>
            </a:solidFill>
            <a:prstDash val="solid"/>
            <a:miter lim="800000"/>
            <a:tailEnd type="triangle"/>
          </a:ln>
          <a:effectLst/>
        </p:spPr>
      </p:cxnSp>
      <p:cxnSp>
        <p:nvCxnSpPr>
          <p:cNvPr id="33" name="直線矢印コネクタ 32">
            <a:extLst>
              <a:ext uri="{FF2B5EF4-FFF2-40B4-BE49-F238E27FC236}">
                <a16:creationId xmlns:a16="http://schemas.microsoft.com/office/drawing/2014/main" id="{82BBE62C-95B4-0800-3780-6E8A6185758B}"/>
              </a:ext>
            </a:extLst>
          </p:cNvPr>
          <p:cNvCxnSpPr>
            <a:cxnSpLocks/>
            <a:stCxn id="27" idx="4"/>
            <a:endCxn id="30" idx="0"/>
          </p:cNvCxnSpPr>
          <p:nvPr/>
        </p:nvCxnSpPr>
        <p:spPr>
          <a:xfrm>
            <a:off x="2732811" y="1909832"/>
            <a:ext cx="1801090" cy="814798"/>
          </a:xfrm>
          <a:prstGeom prst="straightConnector1">
            <a:avLst/>
          </a:prstGeom>
          <a:noFill/>
          <a:ln w="19050" cap="flat" cmpd="sng" algn="ctr">
            <a:solidFill>
              <a:sysClr val="windowText" lastClr="000000"/>
            </a:solidFill>
            <a:prstDash val="solid"/>
            <a:miter lim="800000"/>
            <a:tailEnd type="triangle"/>
          </a:ln>
          <a:effectLst/>
        </p:spPr>
      </p:cxnSp>
      <p:sp>
        <p:nvSpPr>
          <p:cNvPr id="34" name="テキスト ボックス 33">
            <a:extLst>
              <a:ext uri="{FF2B5EF4-FFF2-40B4-BE49-F238E27FC236}">
                <a16:creationId xmlns:a16="http://schemas.microsoft.com/office/drawing/2014/main" id="{5B6DC130-CB41-23D1-2A96-5412B7C126D5}"/>
              </a:ext>
            </a:extLst>
          </p:cNvPr>
          <p:cNvSpPr txBox="1"/>
          <p:nvPr/>
        </p:nvSpPr>
        <p:spPr>
          <a:xfrm>
            <a:off x="3073978" y="2826683"/>
            <a:ext cx="595747" cy="33855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600" b="0" i="0" u="none" strike="noStrike" kern="0" cap="none" spc="0" normalizeH="0" baseline="0" noProof="0" dirty="0">
                <a:ln>
                  <a:noFill/>
                </a:ln>
                <a:solidFill>
                  <a:prstClr val="black"/>
                </a:solidFill>
                <a:effectLst/>
                <a:uLnTx/>
                <a:uFillTx/>
                <a:latin typeface="+mj-lt"/>
              </a:rPr>
              <a:t>…</a:t>
            </a:r>
          </a:p>
        </p:txBody>
      </p:sp>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8AAC3607-4BB2-9E2B-EA77-D09BDAE8FBFF}"/>
                  </a:ext>
                </a:extLst>
              </p:cNvPr>
              <p:cNvSpPr txBox="1"/>
              <p:nvPr/>
            </p:nvSpPr>
            <p:spPr>
              <a:xfrm>
                <a:off x="157595" y="3943268"/>
                <a:ext cx="5593767" cy="1397049"/>
              </a:xfrm>
              <a:prstGeom prst="rect">
                <a:avLst/>
              </a:prstGeom>
              <a:noFill/>
              <a:ln w="28575">
                <a:solidFill>
                  <a:srgbClr val="FF0000"/>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b="1" i="0" u="none" strike="noStrike" kern="0" cap="none" spc="0" normalizeH="0" baseline="0" noProof="0" dirty="0">
                    <a:ln>
                      <a:noFill/>
                    </a:ln>
                    <a:solidFill>
                      <a:srgbClr val="FF0000"/>
                    </a:solidFill>
                    <a:effectLst/>
                    <a:uLnTx/>
                    <a:uFillTx/>
                  </a:rPr>
                  <a:t>仮定</a:t>
                </a:r>
                <a:r>
                  <a:rPr kumimoji="1" lang="en-US" altLang="ja-JP" sz="1400" b="1" i="0" u="none" strike="noStrike" kern="0" cap="none" spc="0" normalizeH="0" baseline="0" noProof="0" dirty="0">
                    <a:ln>
                      <a:noFill/>
                    </a:ln>
                    <a:solidFill>
                      <a:srgbClr val="FF0000"/>
                    </a:solidFill>
                    <a:effectLst/>
                    <a:uLnTx/>
                    <a:uFillTx/>
                  </a:rPr>
                  <a:t>2</a:t>
                </a:r>
                <a:r>
                  <a:rPr kumimoji="1" lang="ja-JP" altLang="en-US" sz="1400" b="1" i="0" u="none" strike="noStrike" kern="0" cap="none" spc="0" normalizeH="0" baseline="0" noProof="0" dirty="0">
                    <a:ln>
                      <a:noFill/>
                    </a:ln>
                    <a:solidFill>
                      <a:srgbClr val="FF0000"/>
                    </a:solidFill>
                    <a:effectLst/>
                    <a:uLnTx/>
                    <a:uFillTx/>
                  </a:rPr>
                  <a:t>（一次元性）</a:t>
                </a:r>
                <a:endParaRPr kumimoji="1" lang="en-US" altLang="ja-JP" sz="1400" b="1" i="0" u="none" strike="noStrike" kern="0" cap="none" spc="0" normalizeH="0" baseline="0" noProof="0" dirty="0">
                  <a:ln>
                    <a:noFill/>
                  </a:ln>
                  <a:solidFill>
                    <a:srgbClr val="FF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dirty="0">
                    <a:ln>
                      <a:noFill/>
                    </a:ln>
                    <a:solidFill>
                      <a:prstClr val="black"/>
                    </a:solidFill>
                    <a:effectLst/>
                    <a:uLnTx/>
                    <a:uFillTx/>
                  </a:rPr>
                  <a:t>問題</a:t>
                </a:r>
                <a14:m>
                  <m:oMath xmlns:m="http://schemas.openxmlformats.org/officeDocument/2006/math">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𝑖</m:t>
                    </m:r>
                  </m:oMath>
                </a14:m>
                <a:r>
                  <a:rPr kumimoji="1" lang="ja-JP" altLang="en-US" sz="1400" b="0" i="0" u="none" strike="noStrike" kern="0" cap="none" spc="0" normalizeH="0" baseline="0" noProof="0" dirty="0">
                    <a:ln>
                      <a:noFill/>
                    </a:ln>
                    <a:solidFill>
                      <a:prstClr val="black"/>
                    </a:solidFill>
                    <a:effectLst/>
                    <a:uLnTx/>
                    <a:uFillTx/>
                  </a:rPr>
                  <a:t>について、潜在変数</a:t>
                </a:r>
                <a14:m>
                  <m:oMath xmlns:m="http://schemas.openxmlformats.org/officeDocument/2006/math">
                    <m:r>
                      <a:rPr kumimoji="1" lang="ja-JP" altLang="en-US" sz="1400" b="0" i="1" u="none" strike="noStrike" kern="0" cap="none" spc="0" normalizeH="0" baseline="0" noProof="0" smtClean="0">
                        <a:ln>
                          <a:noFill/>
                        </a:ln>
                        <a:solidFill>
                          <a:prstClr val="black"/>
                        </a:solidFill>
                        <a:effectLst/>
                        <a:uLnTx/>
                        <a:uFillTx/>
                        <a:latin typeface="Cambria Math" panose="02040503050406030204" pitchFamily="18" charset="0"/>
                      </a:rPr>
                      <m:t>𝜃</m:t>
                    </m:r>
                  </m:oMath>
                </a14:m>
                <a:r>
                  <a:rPr kumimoji="1" lang="ja-JP" altLang="en-US" sz="1400" b="0" i="0" u="none" strike="noStrike" kern="0" cap="none" spc="0" normalizeH="0" baseline="0" noProof="0" dirty="0">
                    <a:ln>
                      <a:noFill/>
                    </a:ln>
                    <a:solidFill>
                      <a:prstClr val="black"/>
                    </a:solidFill>
                    <a:effectLst/>
                    <a:uLnTx/>
                    <a:uFillTx/>
                  </a:rPr>
                  <a:t>からの反応が正解となる確率が、</a:t>
                </a:r>
                <a:endParaRPr kumimoji="1" lang="en-US" altLang="ja-JP" sz="14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dirty="0">
                    <a:ln>
                      <a:noFill/>
                    </a:ln>
                    <a:solidFill>
                      <a:prstClr val="black"/>
                    </a:solidFill>
                    <a:effectLst/>
                    <a:uLnTx/>
                    <a:uFillTx/>
                  </a:rPr>
                  <a:t>例えば</a:t>
                </a:r>
                <a:r>
                  <a:rPr kumimoji="1" lang="en-US" altLang="ja-JP" sz="1400" b="0" i="0" u="none" strike="noStrike" kern="0" cap="none" spc="0" normalizeH="0" baseline="0" noProof="0" dirty="0">
                    <a:ln>
                      <a:noFill/>
                    </a:ln>
                    <a:solidFill>
                      <a:prstClr val="black"/>
                    </a:solidFill>
                    <a:effectLst/>
                    <a:uLnTx/>
                    <a:uFillTx/>
                  </a:rPr>
                  <a:t>2PL</a:t>
                </a:r>
                <a:r>
                  <a:rPr kumimoji="1" lang="ja-JP" altLang="en-US" sz="1400" b="0" i="0" u="none" strike="noStrike" kern="0" cap="none" spc="0" normalizeH="0" baseline="0" noProof="0" dirty="0">
                    <a:ln>
                      <a:noFill/>
                    </a:ln>
                    <a:solidFill>
                      <a:prstClr val="black"/>
                    </a:solidFill>
                    <a:effectLst/>
                    <a:uLnTx/>
                    <a:uFillTx/>
                  </a:rPr>
                  <a:t> </a:t>
                </a:r>
                <a:r>
                  <a:rPr kumimoji="1" lang="en-US" altLang="ja-JP" sz="1400" b="0" i="0" u="none" strike="noStrike" kern="0" cap="none" spc="0" normalizeH="0" baseline="0" noProof="0" dirty="0">
                    <a:ln>
                      <a:noFill/>
                    </a:ln>
                    <a:solidFill>
                      <a:prstClr val="black"/>
                    </a:solidFill>
                    <a:effectLst/>
                    <a:uLnTx/>
                    <a:uFillTx/>
                  </a:rPr>
                  <a:t>logit</a:t>
                </a:r>
                <a:r>
                  <a:rPr kumimoji="1" lang="ja-JP" altLang="en-US" sz="1400" b="0" i="0" u="none" strike="noStrike" kern="0" cap="none" spc="0" normalizeH="0" baseline="0" noProof="0" dirty="0">
                    <a:ln>
                      <a:noFill/>
                    </a:ln>
                    <a:solidFill>
                      <a:prstClr val="black"/>
                    </a:solidFill>
                    <a:effectLst/>
                    <a:uLnTx/>
                    <a:uFillTx/>
                  </a:rPr>
                  <a:t> </a:t>
                </a:r>
                <a:r>
                  <a:rPr kumimoji="1" lang="en-US" altLang="ja-JP" sz="1400" b="0" i="0" u="none" strike="noStrike" kern="0" cap="none" spc="0" normalizeH="0" baseline="0" noProof="0" dirty="0">
                    <a:ln>
                      <a:noFill/>
                    </a:ln>
                    <a:solidFill>
                      <a:prstClr val="black"/>
                    </a:solidFill>
                    <a:effectLst/>
                    <a:uLnTx/>
                    <a:uFillTx/>
                  </a:rPr>
                  <a:t>model</a:t>
                </a:r>
                <a:r>
                  <a:rPr kumimoji="1" lang="ja-JP" altLang="en-US" sz="1400" b="0" i="0" u="none" strike="noStrike" kern="0" cap="none" spc="0" normalizeH="0" baseline="0" noProof="0" dirty="0">
                    <a:ln>
                      <a:noFill/>
                    </a:ln>
                    <a:solidFill>
                      <a:prstClr val="black"/>
                    </a:solidFill>
                    <a:effectLst/>
                    <a:uLnTx/>
                    <a:uFillTx/>
                  </a:rPr>
                  <a:t>で、</a:t>
                </a:r>
                <a:endParaRPr kumimoji="1" lang="en-US" altLang="ja-JP" sz="14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𝑃</m:t>
                          </m:r>
                        </m:e>
                        <m:sub>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𝑖</m:t>
                          </m:r>
                        </m:sub>
                      </m:sSub>
                      <m:d>
                        <m:dPr>
                          <m:ctrlP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ctrlPr>
                        </m:dPr>
                        <m:e>
                          <m:r>
                            <a:rPr kumimoji="1" lang="ja-JP" altLang="en-US" sz="1400" b="0" i="1" u="none" strike="noStrike" kern="0" cap="none" spc="0" normalizeH="0" baseline="0" noProof="0" smtClean="0">
                              <a:ln>
                                <a:noFill/>
                              </a:ln>
                              <a:solidFill>
                                <a:prstClr val="black"/>
                              </a:solidFill>
                              <a:effectLst/>
                              <a:uLnTx/>
                              <a:uFillTx/>
                              <a:latin typeface="Cambria Math" panose="02040503050406030204" pitchFamily="18" charset="0"/>
                            </a:rPr>
                            <m:t>𝜃</m:t>
                          </m:r>
                        </m:e>
                      </m:d>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m:t>
                      </m:r>
                      <m:f>
                        <m:fPr>
                          <m:ctrlP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1</m:t>
                          </m:r>
                        </m:num>
                        <m:den>
                          <m:func>
                            <m:funcPr>
                              <m:ctrlP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ctrlPr>
                            </m:funcPr>
                            <m:fName>
                              <m:r>
                                <m:rPr>
                                  <m:sty m:val="p"/>
                                </m:rPr>
                                <a:rPr kumimoji="1" lang="en-US" altLang="ja-JP" sz="1400" b="0" i="0" u="none" strike="noStrike" kern="0" cap="none" spc="0" normalizeH="0" baseline="0" noProof="0" smtClean="0">
                                  <a:ln>
                                    <a:noFill/>
                                  </a:ln>
                                  <a:solidFill>
                                    <a:prstClr val="black"/>
                                  </a:solidFill>
                                  <a:effectLst/>
                                  <a:uLnTx/>
                                  <a:uFillTx/>
                                  <a:latin typeface="Cambria Math" panose="02040503050406030204" pitchFamily="18" charset="0"/>
                                </a:rPr>
                                <m:t>exp</m:t>
                              </m:r>
                            </m:fName>
                            <m:e>
                              <m:d>
                                <m:dPr>
                                  <m:ctrlP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ctrlPr>
                                </m:dPr>
                                <m:e>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−1.702</m:t>
                                  </m:r>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𝑎</m:t>
                                  </m:r>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1" lang="ja-JP" altLang="en-US" sz="1400" b="0" i="1" u="none" strike="noStrike" kern="0" cap="none" spc="0" normalizeH="0" baseline="0" noProof="0" smtClean="0">
                                      <a:ln>
                                        <a:noFill/>
                                      </a:ln>
                                      <a:solidFill>
                                        <a:prstClr val="black"/>
                                      </a:solidFill>
                                      <a:effectLst/>
                                      <a:uLnTx/>
                                      <a:uFillTx/>
                                      <a:latin typeface="Cambria Math" panose="02040503050406030204" pitchFamily="18" charset="0"/>
                                    </a:rPr>
                                    <m:t>𝜃</m:t>
                                  </m:r>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𝑏</m:t>
                                  </m:r>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m:t>
                                  </m:r>
                                </m:e>
                              </m:d>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+1</m:t>
                              </m:r>
                            </m:e>
                          </m:func>
                        </m:den>
                      </m:f>
                    </m:oMath>
                  </m:oMathPara>
                </a14:m>
                <a:endParaRPr kumimoji="1" lang="en-US" altLang="ja-JP" sz="14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dirty="0">
                    <a:ln>
                      <a:noFill/>
                    </a:ln>
                    <a:solidFill>
                      <a:prstClr val="black"/>
                    </a:solidFill>
                    <a:effectLst/>
                    <a:uLnTx/>
                    <a:uFillTx/>
                  </a:rPr>
                  <a:t>と表され、全ての</a:t>
                </a:r>
                <a14:m>
                  <m:oMath xmlns:m="http://schemas.openxmlformats.org/officeDocument/2006/math">
                    <m:r>
                      <a:rPr kumimoji="1" lang="en-US" altLang="ja-JP" sz="1400" b="0" i="1" u="none" strike="noStrike" kern="0" cap="none" spc="0" normalizeH="0" baseline="0" noProof="0" smtClean="0">
                        <a:ln>
                          <a:noFill/>
                        </a:ln>
                        <a:solidFill>
                          <a:prstClr val="black"/>
                        </a:solidFill>
                        <a:effectLst/>
                        <a:uLnTx/>
                        <a:uFillTx/>
                        <a:latin typeface="Cambria Math" panose="02040503050406030204" pitchFamily="18" charset="0"/>
                      </a:rPr>
                      <m:t>𝑖</m:t>
                    </m:r>
                  </m:oMath>
                </a14:m>
                <a:r>
                  <a:rPr kumimoji="1" lang="ja-JP" altLang="en-US" sz="1400" b="0" i="0" u="none" strike="noStrike" kern="0" cap="none" spc="0" normalizeH="0" baseline="0" noProof="0" dirty="0">
                    <a:ln>
                      <a:noFill/>
                    </a:ln>
                    <a:solidFill>
                      <a:prstClr val="black"/>
                    </a:solidFill>
                    <a:effectLst/>
                    <a:uLnTx/>
                    <a:uFillTx/>
                  </a:rPr>
                  <a:t>についての反応確率が、同じ潜在変数</a:t>
                </a:r>
                <a14:m>
                  <m:oMath xmlns:m="http://schemas.openxmlformats.org/officeDocument/2006/math">
                    <m:r>
                      <a:rPr kumimoji="1" lang="ja-JP" altLang="en-US" sz="1400" b="0" i="1" u="none" strike="noStrike" kern="0" cap="none" spc="0" normalizeH="0" baseline="0" noProof="0" smtClean="0">
                        <a:ln>
                          <a:noFill/>
                        </a:ln>
                        <a:solidFill>
                          <a:prstClr val="black"/>
                        </a:solidFill>
                        <a:effectLst/>
                        <a:uLnTx/>
                        <a:uFillTx/>
                        <a:latin typeface="Cambria Math" panose="02040503050406030204" pitchFamily="18" charset="0"/>
                      </a:rPr>
                      <m:t>𝜃</m:t>
                    </m:r>
                  </m:oMath>
                </a14:m>
                <a:r>
                  <a:rPr kumimoji="1" lang="ja-JP" altLang="en-US" sz="1400" b="0" i="0" u="none" strike="noStrike" kern="0" cap="none" spc="0" normalizeH="0" baseline="0" noProof="0" dirty="0">
                    <a:ln>
                      <a:noFill/>
                    </a:ln>
                    <a:solidFill>
                      <a:prstClr val="black"/>
                    </a:solidFill>
                    <a:effectLst/>
                    <a:uLnTx/>
                    <a:uFillTx/>
                  </a:rPr>
                  <a:t>から同様に表される</a:t>
                </a:r>
                <a:endParaRPr kumimoji="1" lang="en-US" altLang="ja-JP" sz="1400" b="0" i="0" u="none" strike="noStrike" kern="0" cap="none" spc="0" normalizeH="0" baseline="0" noProof="0" dirty="0">
                  <a:ln>
                    <a:noFill/>
                  </a:ln>
                  <a:solidFill>
                    <a:srgbClr val="FF0000"/>
                  </a:solidFill>
                  <a:effectLst/>
                  <a:uLnTx/>
                  <a:uFillTx/>
                </a:endParaRPr>
              </a:p>
            </p:txBody>
          </p:sp>
        </mc:Choice>
        <mc:Fallback xmlns="">
          <p:sp>
            <p:nvSpPr>
              <p:cNvPr id="35" name="テキスト ボックス 34">
                <a:extLst>
                  <a:ext uri="{FF2B5EF4-FFF2-40B4-BE49-F238E27FC236}">
                    <a16:creationId xmlns:a16="http://schemas.microsoft.com/office/drawing/2014/main" id="{8AAC3607-4BB2-9E2B-EA77-D09BDAE8FBFF}"/>
                  </a:ext>
                </a:extLst>
              </p:cNvPr>
              <p:cNvSpPr txBox="1">
                <a:spLocks noRot="1" noChangeAspect="1" noMove="1" noResize="1" noEditPoints="1" noAdjustHandles="1" noChangeArrowheads="1" noChangeShapeType="1" noTextEdit="1"/>
              </p:cNvSpPr>
              <p:nvPr/>
            </p:nvSpPr>
            <p:spPr>
              <a:xfrm>
                <a:off x="157595" y="3943268"/>
                <a:ext cx="5593767" cy="1397049"/>
              </a:xfrm>
              <a:prstGeom prst="rect">
                <a:avLst/>
              </a:prstGeom>
              <a:blipFill>
                <a:blip r:embed="rId6"/>
                <a:stretch>
                  <a:fillRect l="-108" b="-2137"/>
                </a:stretch>
              </a:blipFill>
              <a:ln w="28575">
                <a:solidFill>
                  <a:srgbClr val="FF0000"/>
                </a:solidFill>
              </a:ln>
            </p:spPr>
            <p:txBody>
              <a:bodyPr/>
              <a:lstStyle/>
              <a:p>
                <a:r>
                  <a:rPr lang="ja-JP" altLang="en-US">
                    <a:noFill/>
                  </a:rPr>
                  <a:t> </a:t>
                </a:r>
              </a:p>
            </p:txBody>
          </p:sp>
        </mc:Fallback>
      </mc:AlternateContent>
      <p:sp>
        <p:nvSpPr>
          <p:cNvPr id="36" name="右中かっこ 35">
            <a:extLst>
              <a:ext uri="{FF2B5EF4-FFF2-40B4-BE49-F238E27FC236}">
                <a16:creationId xmlns:a16="http://schemas.microsoft.com/office/drawing/2014/main" id="{48E1646D-79F8-BB93-1170-01A5C74E210C}"/>
              </a:ext>
            </a:extLst>
          </p:cNvPr>
          <p:cNvSpPr/>
          <p:nvPr/>
        </p:nvSpPr>
        <p:spPr>
          <a:xfrm rot="5400000">
            <a:off x="2573304" y="745214"/>
            <a:ext cx="309099" cy="4804065"/>
          </a:xfrm>
          <a:prstGeom prst="rightBrace">
            <a:avLst>
              <a:gd name="adj1" fmla="val 173159"/>
              <a:gd name="adj2" fmla="val 50000"/>
            </a:avLst>
          </a:prstGeom>
          <a:noFill/>
          <a:ln w="190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0" cap="none" spc="0" normalizeH="0" baseline="0" noProof="0">
              <a:ln>
                <a:noFill/>
              </a:ln>
              <a:solidFill>
                <a:srgbClr val="0070C0"/>
              </a:solidFill>
              <a:effectLst/>
              <a:uLnTx/>
              <a:uFillTx/>
              <a:latin typeface="Aptos" panose="02110004020202020204"/>
              <a:ea typeface="游ゴシック" panose="020B0400000000000000" pitchFamily="50" charset="-128"/>
              <a:cs typeface="+mn-cs"/>
            </a:endParaRPr>
          </a:p>
        </p:txBody>
      </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342DF481-B67F-B1F7-CA19-4132A7127047}"/>
                  </a:ext>
                </a:extLst>
              </p:cNvPr>
              <p:cNvSpPr txBox="1"/>
              <p:nvPr/>
            </p:nvSpPr>
            <p:spPr>
              <a:xfrm>
                <a:off x="157595" y="3295620"/>
                <a:ext cx="5604400" cy="523220"/>
              </a:xfrm>
              <a:prstGeom prst="rect">
                <a:avLst/>
              </a:prstGeom>
              <a:noFill/>
              <a:ln w="28575">
                <a:solidFill>
                  <a:srgbClr val="0070C0"/>
                </a:solidFill>
              </a:ln>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b="1" i="0" u="none" strike="noStrike" kern="0" cap="none" spc="0" normalizeH="0" baseline="0" noProof="0" dirty="0">
                    <a:ln>
                      <a:noFill/>
                    </a:ln>
                    <a:solidFill>
                      <a:srgbClr val="0070C0"/>
                    </a:solidFill>
                    <a:effectLst/>
                    <a:uLnTx/>
                    <a:uFillTx/>
                  </a:rPr>
                  <a:t>仮定</a:t>
                </a:r>
                <a:r>
                  <a:rPr kumimoji="1" lang="en-US" altLang="ja-JP" sz="1400" b="1" i="0" u="none" strike="noStrike" kern="0" cap="none" spc="0" normalizeH="0" baseline="0" noProof="0" dirty="0">
                    <a:ln>
                      <a:noFill/>
                    </a:ln>
                    <a:solidFill>
                      <a:srgbClr val="0070C0"/>
                    </a:solidFill>
                    <a:effectLst/>
                    <a:uLnTx/>
                    <a:uFillTx/>
                  </a:rPr>
                  <a:t>1</a:t>
                </a:r>
                <a:r>
                  <a:rPr kumimoji="1" lang="ja-JP" altLang="en-US" sz="1400" b="1" i="0" u="none" strike="noStrike" kern="0" cap="none" spc="0" normalizeH="0" baseline="0" noProof="0" dirty="0">
                    <a:ln>
                      <a:noFill/>
                    </a:ln>
                    <a:solidFill>
                      <a:srgbClr val="0070C0"/>
                    </a:solidFill>
                    <a:effectLst/>
                    <a:uLnTx/>
                    <a:uFillTx/>
                  </a:rPr>
                  <a:t>（項目間独立性）</a:t>
                </a:r>
                <a:endParaRPr kumimoji="1" lang="en-US" altLang="ja-JP" sz="1400" b="1" i="0" u="none" strike="noStrike" kern="0" cap="none" spc="0" normalizeH="0" baseline="0" noProof="0" dirty="0">
                  <a:ln>
                    <a:noFill/>
                  </a:ln>
                  <a:solidFill>
                    <a:srgbClr val="0070C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b="0" i="0" u="none" strike="noStrike" kern="0" cap="none" spc="0" normalizeH="0" baseline="0" noProof="0" dirty="0">
                    <a:ln>
                      <a:noFill/>
                    </a:ln>
                    <a:solidFill>
                      <a:prstClr val="black"/>
                    </a:solidFill>
                    <a:effectLst/>
                    <a:uLnTx/>
                    <a:uFillTx/>
                  </a:rPr>
                  <a:t>全ての項目間の関係は能力</a:t>
                </a:r>
                <a14:m>
                  <m:oMath xmlns:m="http://schemas.openxmlformats.org/officeDocument/2006/math">
                    <m:r>
                      <a:rPr kumimoji="1" lang="ja-JP" altLang="en-US" sz="1400" b="0" i="1" u="none" strike="noStrike" kern="0" cap="none" spc="0" normalizeH="0" baseline="0" noProof="0" smtClean="0">
                        <a:ln>
                          <a:noFill/>
                        </a:ln>
                        <a:solidFill>
                          <a:prstClr val="black"/>
                        </a:solidFill>
                        <a:effectLst/>
                        <a:uLnTx/>
                        <a:uFillTx/>
                        <a:latin typeface="Cambria Math" panose="02040503050406030204" pitchFamily="18" charset="0"/>
                      </a:rPr>
                      <m:t>𝜃</m:t>
                    </m:r>
                  </m:oMath>
                </a14:m>
                <a:r>
                  <a:rPr kumimoji="1" lang="ja-JP" altLang="en-US" sz="1400" b="0" i="0" u="none" strike="noStrike" kern="0" cap="none" spc="0" normalizeH="0" baseline="0" noProof="0" dirty="0">
                    <a:ln>
                      <a:noFill/>
                    </a:ln>
                    <a:solidFill>
                      <a:prstClr val="black"/>
                    </a:solidFill>
                    <a:effectLst/>
                    <a:uLnTx/>
                    <a:uFillTx/>
                  </a:rPr>
                  <a:t>のもと条件付き独立</a:t>
                </a:r>
                <a:endParaRPr kumimoji="1" lang="en-US" altLang="ja-JP" sz="1400" b="0" i="0" u="none" strike="noStrike" kern="0" cap="none" spc="0" normalizeH="0" baseline="0" noProof="0" dirty="0">
                  <a:ln>
                    <a:noFill/>
                  </a:ln>
                  <a:solidFill>
                    <a:prstClr val="black"/>
                  </a:solidFill>
                  <a:effectLst/>
                  <a:uLnTx/>
                  <a:uFillTx/>
                </a:endParaRPr>
              </a:p>
            </p:txBody>
          </p:sp>
        </mc:Choice>
        <mc:Fallback xmlns="">
          <p:sp>
            <p:nvSpPr>
              <p:cNvPr id="37" name="テキスト ボックス 36">
                <a:extLst>
                  <a:ext uri="{FF2B5EF4-FFF2-40B4-BE49-F238E27FC236}">
                    <a16:creationId xmlns:a16="http://schemas.microsoft.com/office/drawing/2014/main" id="{342DF481-B67F-B1F7-CA19-4132A7127047}"/>
                  </a:ext>
                </a:extLst>
              </p:cNvPr>
              <p:cNvSpPr txBox="1">
                <a:spLocks noRot="1" noChangeAspect="1" noMove="1" noResize="1" noEditPoints="1" noAdjustHandles="1" noChangeArrowheads="1" noChangeShapeType="1" noTextEdit="1"/>
              </p:cNvSpPr>
              <p:nvPr/>
            </p:nvSpPr>
            <p:spPr>
              <a:xfrm>
                <a:off x="157595" y="3295620"/>
                <a:ext cx="5604400" cy="523220"/>
              </a:xfrm>
              <a:prstGeom prst="rect">
                <a:avLst/>
              </a:prstGeom>
              <a:blipFill>
                <a:blip r:embed="rId7"/>
                <a:stretch>
                  <a:fillRect l="-108" b="-7778"/>
                </a:stretch>
              </a:blipFill>
              <a:ln w="28575">
                <a:solidFill>
                  <a:srgbClr val="0070C0"/>
                </a:solidFill>
              </a:ln>
            </p:spPr>
            <p:txBody>
              <a:bodyPr/>
              <a:lstStyle/>
              <a:p>
                <a:r>
                  <a:rPr lang="ja-JP" altLang="en-US">
                    <a:noFill/>
                  </a:rPr>
                  <a:t> </a:t>
                </a:r>
              </a:p>
            </p:txBody>
          </p:sp>
        </mc:Fallback>
      </mc:AlternateContent>
      <p:cxnSp>
        <p:nvCxnSpPr>
          <p:cNvPr id="38" name="直線コネクタ 37">
            <a:extLst>
              <a:ext uri="{FF2B5EF4-FFF2-40B4-BE49-F238E27FC236}">
                <a16:creationId xmlns:a16="http://schemas.microsoft.com/office/drawing/2014/main" id="{182167E0-27F8-51A9-AE6A-DCCC6DC93AC4}"/>
              </a:ext>
            </a:extLst>
          </p:cNvPr>
          <p:cNvCxnSpPr/>
          <p:nvPr/>
        </p:nvCxnSpPr>
        <p:spPr>
          <a:xfrm>
            <a:off x="6280783" y="4094498"/>
            <a:ext cx="2542309" cy="0"/>
          </a:xfrm>
          <a:prstGeom prst="line">
            <a:avLst/>
          </a:prstGeom>
          <a:noFill/>
          <a:ln w="19050" cap="flat" cmpd="sng" algn="ctr">
            <a:solidFill>
              <a:srgbClr val="4EA72E"/>
            </a:solidFill>
            <a:prstDash val="dash"/>
            <a:miter lim="800000"/>
          </a:ln>
          <a:effectLst/>
        </p:spPr>
      </p:cxnSp>
      <p:cxnSp>
        <p:nvCxnSpPr>
          <p:cNvPr id="39" name="直線コネクタ 38">
            <a:extLst>
              <a:ext uri="{FF2B5EF4-FFF2-40B4-BE49-F238E27FC236}">
                <a16:creationId xmlns:a16="http://schemas.microsoft.com/office/drawing/2014/main" id="{EDE59A65-D7E7-03DE-2E9D-CA8A7C9E2959}"/>
              </a:ext>
            </a:extLst>
          </p:cNvPr>
          <p:cNvCxnSpPr>
            <a:cxnSpLocks/>
          </p:cNvCxnSpPr>
          <p:nvPr/>
        </p:nvCxnSpPr>
        <p:spPr>
          <a:xfrm>
            <a:off x="7770147" y="3138535"/>
            <a:ext cx="0" cy="1946563"/>
          </a:xfrm>
          <a:prstGeom prst="line">
            <a:avLst/>
          </a:prstGeom>
          <a:noFill/>
          <a:ln w="19050" cap="flat" cmpd="sng" algn="ctr">
            <a:solidFill>
              <a:srgbClr val="4EA72E"/>
            </a:solidFill>
            <a:prstDash val="dash"/>
            <a:miter lim="800000"/>
          </a:ln>
          <a:effectLst/>
        </p:spPr>
      </p:cxnSp>
      <p:cxnSp>
        <p:nvCxnSpPr>
          <p:cNvPr id="40" name="直線矢印コネクタ 39">
            <a:extLst>
              <a:ext uri="{FF2B5EF4-FFF2-40B4-BE49-F238E27FC236}">
                <a16:creationId xmlns:a16="http://schemas.microsoft.com/office/drawing/2014/main" id="{43CF885D-E25E-2B4B-955F-F898FEA178D8}"/>
              </a:ext>
            </a:extLst>
          </p:cNvPr>
          <p:cNvCxnSpPr/>
          <p:nvPr/>
        </p:nvCxnSpPr>
        <p:spPr>
          <a:xfrm flipV="1">
            <a:off x="7770147" y="5085098"/>
            <a:ext cx="0" cy="484909"/>
          </a:xfrm>
          <a:prstGeom prst="straightConnector1">
            <a:avLst/>
          </a:prstGeom>
          <a:noFill/>
          <a:ln w="19050" cap="flat" cmpd="sng" algn="ctr">
            <a:solidFill>
              <a:srgbClr val="4EA72E"/>
            </a:solidFill>
            <a:prstDash val="solid"/>
            <a:miter lim="800000"/>
            <a:tailEnd type="triangle"/>
          </a:ln>
          <a:effectLst/>
        </p:spPr>
      </p:cxnSp>
      <p:cxnSp>
        <p:nvCxnSpPr>
          <p:cNvPr id="42" name="直線矢印コネクタ 41">
            <a:extLst>
              <a:ext uri="{FF2B5EF4-FFF2-40B4-BE49-F238E27FC236}">
                <a16:creationId xmlns:a16="http://schemas.microsoft.com/office/drawing/2014/main" id="{D0D10F0C-4F9E-6498-FCB9-E25A0B86B6B8}"/>
              </a:ext>
            </a:extLst>
          </p:cNvPr>
          <p:cNvCxnSpPr>
            <a:cxnSpLocks/>
          </p:cNvCxnSpPr>
          <p:nvPr/>
        </p:nvCxnSpPr>
        <p:spPr>
          <a:xfrm>
            <a:off x="7458419" y="4218315"/>
            <a:ext cx="630382" cy="0"/>
          </a:xfrm>
          <a:prstGeom prst="straightConnector1">
            <a:avLst/>
          </a:prstGeom>
          <a:noFill/>
          <a:ln w="19050" cap="flat" cmpd="sng" algn="ctr">
            <a:solidFill>
              <a:srgbClr val="A02B93"/>
            </a:solidFill>
            <a:prstDash val="solid"/>
            <a:miter lim="800000"/>
            <a:headEnd type="triangle"/>
            <a:tailEnd type="triangle"/>
          </a:ln>
          <a:effectLst/>
        </p:spPr>
      </p:cxnSp>
      <mc:AlternateContent xmlns:mc="http://schemas.openxmlformats.org/markup-compatibility/2006" xmlns:a14="http://schemas.microsoft.com/office/drawing/2010/main">
        <mc:Choice Requires="a14">
          <p:sp>
            <p:nvSpPr>
              <p:cNvPr id="43" name="テキスト ボックス 42">
                <a:extLst>
                  <a:ext uri="{FF2B5EF4-FFF2-40B4-BE49-F238E27FC236}">
                    <a16:creationId xmlns:a16="http://schemas.microsoft.com/office/drawing/2014/main" id="{711ACAAD-3971-D9AE-551F-E48524E7C971}"/>
                  </a:ext>
                </a:extLst>
              </p:cNvPr>
              <p:cNvSpPr txBox="1"/>
              <p:nvPr/>
            </p:nvSpPr>
            <p:spPr>
              <a:xfrm>
                <a:off x="6365643" y="3475376"/>
                <a:ext cx="2372587" cy="60016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100" b="0" i="0" u="none" strike="noStrike" kern="0" cap="none" spc="0" normalizeH="0" baseline="0" noProof="0" dirty="0">
                    <a:ln>
                      <a:noFill/>
                    </a:ln>
                    <a:solidFill>
                      <a:srgbClr val="A02B93"/>
                    </a:solidFill>
                    <a:effectLst/>
                    <a:uLnTx/>
                    <a:uFillTx/>
                  </a:rPr>
                  <a:t>立ち上がり幅は識別力 </a:t>
                </a:r>
                <a14:m>
                  <m:oMath xmlns:m="http://schemas.openxmlformats.org/officeDocument/2006/math">
                    <m:r>
                      <a:rPr kumimoji="1" lang="en-US" altLang="ja-JP" sz="1100" b="0" i="1" u="none" strike="noStrike" kern="0" cap="none" spc="0" normalizeH="0" baseline="0" noProof="0" smtClean="0">
                        <a:ln>
                          <a:noFill/>
                        </a:ln>
                        <a:solidFill>
                          <a:srgbClr val="A02B93"/>
                        </a:solidFill>
                        <a:effectLst/>
                        <a:uLnTx/>
                        <a:uFillTx/>
                        <a:latin typeface="Cambria Math" panose="02040503050406030204" pitchFamily="18" charset="0"/>
                      </a:rPr>
                      <m:t>𝑎</m:t>
                    </m:r>
                  </m:oMath>
                </a14:m>
                <a:r>
                  <a:rPr kumimoji="1" lang="ja-JP" altLang="en-US" sz="1100" b="0" i="0" u="none" strike="noStrike" kern="0" cap="none" spc="0" normalizeH="0" baseline="0" noProof="0" dirty="0">
                    <a:ln>
                      <a:noFill/>
                    </a:ln>
                    <a:solidFill>
                      <a:srgbClr val="A02B93"/>
                    </a:solidFill>
                    <a:effectLst/>
                    <a:uLnTx/>
                    <a:uFillTx/>
                  </a:rPr>
                  <a:t>に反比例</a:t>
                </a:r>
                <a:endParaRPr kumimoji="1" lang="en-US" altLang="ja-JP" sz="1100" b="0" i="0" u="none" strike="noStrike" kern="0" cap="none" spc="0" normalizeH="0" baseline="0" noProof="0" dirty="0">
                  <a:ln>
                    <a:noFill/>
                  </a:ln>
                  <a:solidFill>
                    <a:srgbClr val="A02B93"/>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100" b="0" i="0" u="none" strike="noStrike" kern="0" cap="none" spc="0" normalizeH="0" baseline="0" noProof="0" dirty="0">
                    <a:ln>
                      <a:noFill/>
                    </a:ln>
                    <a:solidFill>
                      <a:srgbClr val="A02B93"/>
                    </a:solidFill>
                    <a:effectLst/>
                    <a:uLnTx/>
                    <a:uFillTx/>
                  </a:rPr>
                  <a:t>（</a:t>
                </a:r>
                <a:r>
                  <a:rPr kumimoji="1" lang="en-US" altLang="ja-JP" sz="1100" b="0" i="0" u="none" strike="noStrike" kern="0" cap="none" spc="0" normalizeH="0" baseline="0" noProof="0" dirty="0">
                    <a:ln>
                      <a:noFill/>
                    </a:ln>
                    <a:solidFill>
                      <a:srgbClr val="A02B93"/>
                    </a:solidFill>
                    <a:effectLst/>
                    <a:uLnTx/>
                    <a:uFillTx/>
                    <a:latin typeface="Aptos" panose="02110004020202020204"/>
                  </a:rPr>
                  <a:t> </a:t>
                </a:r>
                <a14:m>
                  <m:oMath xmlns:m="http://schemas.openxmlformats.org/officeDocument/2006/math">
                    <m:r>
                      <a:rPr kumimoji="1" lang="en-US" altLang="ja-JP" sz="1100" b="0" i="1" u="none" strike="noStrike" kern="0" cap="none" spc="0" normalizeH="0" baseline="0" noProof="0" smtClean="0">
                        <a:ln>
                          <a:noFill/>
                        </a:ln>
                        <a:solidFill>
                          <a:srgbClr val="A02B93"/>
                        </a:solidFill>
                        <a:effectLst/>
                        <a:uLnTx/>
                        <a:uFillTx/>
                        <a:latin typeface="Cambria Math" panose="02040503050406030204" pitchFamily="18" charset="0"/>
                      </a:rPr>
                      <m:t>𝑎</m:t>
                    </m:r>
                  </m:oMath>
                </a14:m>
                <a:r>
                  <a:rPr kumimoji="1" lang="ja-JP" altLang="en-US" sz="1100" b="0" i="0" u="none" strike="noStrike" kern="0" cap="none" spc="0" normalizeH="0" baseline="0" noProof="0" dirty="0">
                    <a:ln>
                      <a:noFill/>
                    </a:ln>
                    <a:solidFill>
                      <a:srgbClr val="A02B93"/>
                    </a:solidFill>
                    <a:effectLst/>
                    <a:uLnTx/>
                    <a:uFillTx/>
                  </a:rPr>
                  <a:t>が大きいほど、能力</a:t>
                </a:r>
                <a14:m>
                  <m:oMath xmlns:m="http://schemas.openxmlformats.org/officeDocument/2006/math">
                    <m:r>
                      <a:rPr kumimoji="1" lang="ja-JP" altLang="en-US" sz="1100" b="0" i="1" u="none" strike="noStrike" kern="0" cap="none" spc="0" normalizeH="0" baseline="0" noProof="0" smtClean="0">
                        <a:ln>
                          <a:noFill/>
                        </a:ln>
                        <a:solidFill>
                          <a:srgbClr val="A02B93"/>
                        </a:solidFill>
                        <a:effectLst/>
                        <a:uLnTx/>
                        <a:uFillTx/>
                        <a:latin typeface="Cambria Math" panose="02040503050406030204" pitchFamily="18" charset="0"/>
                      </a:rPr>
                      <m:t>𝜃</m:t>
                    </m:r>
                  </m:oMath>
                </a14:m>
                <a:r>
                  <a:rPr kumimoji="1" lang="ja-JP" altLang="en-US" sz="1100" b="0" i="0" u="none" strike="noStrike" kern="0" cap="none" spc="0" normalizeH="0" baseline="0" noProof="0" dirty="0">
                    <a:ln>
                      <a:noFill/>
                    </a:ln>
                    <a:solidFill>
                      <a:srgbClr val="A02B93"/>
                    </a:solidFill>
                    <a:effectLst/>
                    <a:uLnTx/>
                    <a:uFillTx/>
                  </a:rPr>
                  <a:t>に応じた</a:t>
                </a:r>
                <a:endParaRPr kumimoji="1" lang="en-US" altLang="ja-JP" sz="1100" b="0" i="0" u="none" strike="noStrike" kern="0" cap="none" spc="0" normalizeH="0" baseline="0" noProof="0" dirty="0">
                  <a:ln>
                    <a:noFill/>
                  </a:ln>
                  <a:solidFill>
                    <a:srgbClr val="A02B93"/>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100" b="0" i="0" u="none" strike="noStrike" kern="0" cap="none" spc="0" normalizeH="0" baseline="0" noProof="0" dirty="0">
                    <a:ln>
                      <a:noFill/>
                    </a:ln>
                    <a:solidFill>
                      <a:srgbClr val="A02B93"/>
                    </a:solidFill>
                    <a:effectLst/>
                    <a:uLnTx/>
                    <a:uFillTx/>
                  </a:rPr>
                  <a:t>正答率の差がつきやすい）</a:t>
                </a:r>
                <a:endParaRPr kumimoji="1" lang="en-US" altLang="ja-JP" sz="1100" b="0" i="0" u="none" strike="noStrike" kern="0" cap="none" spc="0" normalizeH="0" baseline="0" noProof="0" dirty="0">
                  <a:ln>
                    <a:noFill/>
                  </a:ln>
                  <a:solidFill>
                    <a:srgbClr val="A02B93"/>
                  </a:solidFill>
                  <a:effectLst/>
                  <a:uLnTx/>
                  <a:uFillTx/>
                </a:endParaRPr>
              </a:p>
            </p:txBody>
          </p:sp>
        </mc:Choice>
        <mc:Fallback xmlns="">
          <p:sp>
            <p:nvSpPr>
              <p:cNvPr id="43" name="テキスト ボックス 42">
                <a:extLst>
                  <a:ext uri="{FF2B5EF4-FFF2-40B4-BE49-F238E27FC236}">
                    <a16:creationId xmlns:a16="http://schemas.microsoft.com/office/drawing/2014/main" id="{711ACAAD-3971-D9AE-551F-E48524E7C971}"/>
                  </a:ext>
                </a:extLst>
              </p:cNvPr>
              <p:cNvSpPr txBox="1">
                <a:spLocks noRot="1" noChangeAspect="1" noMove="1" noResize="1" noEditPoints="1" noAdjustHandles="1" noChangeArrowheads="1" noChangeShapeType="1" noTextEdit="1"/>
              </p:cNvSpPr>
              <p:nvPr/>
            </p:nvSpPr>
            <p:spPr>
              <a:xfrm>
                <a:off x="6365643" y="3475376"/>
                <a:ext cx="2372587" cy="600164"/>
              </a:xfrm>
              <a:prstGeom prst="rect">
                <a:avLst/>
              </a:prstGeom>
              <a:blipFill>
                <a:blip r:embed="rId8"/>
                <a:stretch>
                  <a:fillRect b="-606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4" name="テキスト ボックス 43">
                <a:extLst>
                  <a:ext uri="{FF2B5EF4-FFF2-40B4-BE49-F238E27FC236}">
                    <a16:creationId xmlns:a16="http://schemas.microsoft.com/office/drawing/2014/main" id="{EEF35240-5CEE-F20F-63B9-87998E013581}"/>
                  </a:ext>
                </a:extLst>
              </p:cNvPr>
              <p:cNvSpPr txBox="1"/>
              <p:nvPr/>
            </p:nvSpPr>
            <p:spPr>
              <a:xfrm>
                <a:off x="93723" y="5531130"/>
                <a:ext cx="7364695" cy="1169551"/>
              </a:xfrm>
              <a:prstGeom prst="rect">
                <a:avLst/>
              </a:prstGeom>
              <a:solidFill>
                <a:schemeClr val="bg1"/>
              </a:solidFill>
            </p:spPr>
            <p:txBody>
              <a:bodyPr wrap="square" rtlCol="0">
                <a:spAutoFit/>
              </a:bodyPr>
              <a:lstStyle/>
              <a:p>
                <a:r>
                  <a:rPr kumimoji="1" lang="ja-JP" altLang="en-US" sz="1400" dirty="0">
                    <a:latin typeface="Meiryo UI" panose="020B0604030504040204" pitchFamily="50" charset="-128"/>
                    <a:ea typeface="Meiryo UI" panose="020B0604030504040204" pitchFamily="50" charset="-128"/>
                  </a:rPr>
                  <a:t>✓ 個々の各項目に対する反応（</a:t>
                </a:r>
                <a:r>
                  <a:rPr kumimoji="1" lang="en-US" altLang="ja-JP" sz="1400" dirty="0">
                    <a:latin typeface="Meiryo UI" panose="020B0604030504040204" pitchFamily="50" charset="-128"/>
                    <a:ea typeface="Meiryo UI" panose="020B0604030504040204" pitchFamily="50" charset="-128"/>
                  </a:rPr>
                  <a:t>0</a:t>
                </a:r>
                <a:r>
                  <a:rPr kumimoji="1" lang="ja-JP" altLang="en-US" sz="1400" dirty="0">
                    <a:latin typeface="Meiryo UI" panose="020B0604030504040204" pitchFamily="50" charset="-128"/>
                    <a:ea typeface="Meiryo UI" panose="020B0604030504040204" pitchFamily="50" charset="-128"/>
                  </a:rPr>
                  <a:t>（不正解）</a:t>
                </a:r>
                <a:r>
                  <a:rPr kumimoji="1" lang="en-US" altLang="ja-JP" sz="1400" dirty="0">
                    <a:latin typeface="Meiryo UI" panose="020B0604030504040204" pitchFamily="50" charset="-128"/>
                    <a:ea typeface="Meiryo UI" panose="020B0604030504040204" pitchFamily="50" charset="-128"/>
                  </a:rPr>
                  <a:t>/1</a:t>
                </a:r>
                <a:r>
                  <a:rPr kumimoji="1" lang="ja-JP" altLang="en-US" sz="1400" dirty="0">
                    <a:latin typeface="Meiryo UI" panose="020B0604030504040204" pitchFamily="50" charset="-128"/>
                    <a:ea typeface="Meiryo UI" panose="020B0604030504040204" pitchFamily="50" charset="-128"/>
                  </a:rPr>
                  <a:t>（正解））のバイナリーデータから、</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それぞれの</a:t>
                </a:r>
                <a:r>
                  <a:rPr kumimoji="1" lang="ja-JP" altLang="en-US" sz="1400" dirty="0">
                    <a:solidFill>
                      <a:schemeClr val="tx1"/>
                    </a:solidFill>
                    <a:latin typeface="Meiryo UI" panose="020B0604030504040204" pitchFamily="50" charset="-128"/>
                    <a:ea typeface="Meiryo UI" panose="020B0604030504040204" pitchFamily="50" charset="-128"/>
                  </a:rPr>
                  <a:t>能力</a:t>
                </a:r>
                <a14:m>
                  <m:oMath xmlns:m="http://schemas.openxmlformats.org/officeDocument/2006/math">
                    <m:r>
                      <a:rPr kumimoji="1" lang="ja-JP" altLang="en-US" sz="1400" b="0" i="1" smtClean="0">
                        <a:solidFill>
                          <a:schemeClr val="tx1"/>
                        </a:solidFill>
                        <a:latin typeface="Cambria Math" panose="02040503050406030204" pitchFamily="18" charset="0"/>
                        <a:ea typeface="Meiryo UI" panose="020B0604030504040204" pitchFamily="50" charset="-128"/>
                      </a:rPr>
                      <m:t>𝜃</m:t>
                    </m:r>
                    <m:r>
                      <a:rPr kumimoji="1" lang="ja-JP" altLang="en-US" sz="1400" i="1">
                        <a:latin typeface="Cambria Math" panose="02040503050406030204" pitchFamily="18" charset="0"/>
                        <a:ea typeface="Meiryo UI" panose="020B0604030504040204" pitchFamily="50" charset="-128"/>
                      </a:rPr>
                      <m:t>の</m:t>
                    </m:r>
                  </m:oMath>
                </a14:m>
                <a:r>
                  <a:rPr kumimoji="1" lang="ja-JP" altLang="en-US" sz="1400" dirty="0">
                    <a:latin typeface="Meiryo UI" panose="020B0604030504040204" pitchFamily="50" charset="-128"/>
                    <a:ea typeface="Meiryo UI" panose="020B0604030504040204" pitchFamily="50" charset="-128"/>
                  </a:rPr>
                  <a:t>値、および項目</a:t>
                </a:r>
                <a:r>
                  <a:rPr kumimoji="1" lang="en-US" altLang="ja-JP" sz="1400" dirty="0">
                    <a:latin typeface="Meiryo UI" panose="020B0604030504040204" pitchFamily="50" charset="-128"/>
                    <a:ea typeface="Meiryo UI" panose="020B0604030504040204" pitchFamily="50" charset="-128"/>
                  </a:rPr>
                  <a:t>PL</a:t>
                </a:r>
                <a:r>
                  <a:rPr kumimoji="1" lang="ja-JP" altLang="en-US" sz="1400" dirty="0">
                    <a:latin typeface="Meiryo UI" panose="020B0604030504040204" pitchFamily="50" charset="-128"/>
                    <a:ea typeface="Meiryo UI" panose="020B0604030504040204" pitchFamily="50" charset="-128"/>
                  </a:rPr>
                  <a:t>（</a:t>
                </a:r>
                <a14:m>
                  <m:oMath xmlns:m="http://schemas.openxmlformats.org/officeDocument/2006/math">
                    <m:r>
                      <a:rPr kumimoji="1" lang="en-US" altLang="ja-JP" sz="1400" i="1">
                        <a:latin typeface="Cambria Math" panose="02040503050406030204" pitchFamily="18" charset="0"/>
                        <a:ea typeface="Meiryo UI" panose="020B0604030504040204" pitchFamily="50" charset="-128"/>
                      </a:rPr>
                      <m:t>𝑎</m:t>
                    </m:r>
                  </m:oMath>
                </a14:m>
                <a:r>
                  <a:rPr kumimoji="1" lang="en-US" altLang="ja-JP"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 </a:t>
                </a:r>
                <a14:m>
                  <m:oMath xmlns:m="http://schemas.openxmlformats.org/officeDocument/2006/math">
                    <m:r>
                      <a:rPr kumimoji="1" lang="en-US" altLang="ja-JP" sz="1400" i="1">
                        <a:latin typeface="Cambria Math" panose="02040503050406030204" pitchFamily="18" charset="0"/>
                        <a:ea typeface="Meiryo UI" panose="020B0604030504040204" pitchFamily="50" charset="-128"/>
                      </a:rPr>
                      <m:t>𝑏</m:t>
                    </m:r>
                  </m:oMath>
                </a14:m>
                <a:r>
                  <a:rPr kumimoji="1" lang="ja-JP" altLang="en-US" sz="1400" dirty="0">
                    <a:latin typeface="Meiryo UI" panose="020B0604030504040204" pitchFamily="50" charset="-128"/>
                    <a:ea typeface="Meiryo UI" panose="020B0604030504040204" pitchFamily="50" charset="-128"/>
                  </a:rPr>
                  <a:t>）がどう定まっていれば、そのバイナリーデータ</a:t>
                </a:r>
                <a:endParaRPr kumimoji="1" lang="en-US" altLang="ja-JP" sz="1400" dirty="0">
                  <a:latin typeface="Meiryo UI" panose="020B0604030504040204" pitchFamily="50" charset="-128"/>
                  <a:ea typeface="Meiryo UI" panose="020B0604030504040204" pitchFamily="50" charset="-128"/>
                </a:endParaRPr>
              </a:p>
              <a:p>
                <a:r>
                  <a:rPr kumimoji="1" lang="en-US" altLang="ja-JP" sz="1400" dirty="0">
                    <a:latin typeface="Meiryo UI" panose="020B0604030504040204" pitchFamily="50" charset="-128"/>
                    <a:ea typeface="Meiryo UI" panose="020B0604030504040204" pitchFamily="50" charset="-128"/>
                  </a:rPr>
                  <a:t>    </a:t>
                </a:r>
                <a:r>
                  <a:rPr kumimoji="1" lang="ja-JP" altLang="en-US" sz="1400" dirty="0">
                    <a:latin typeface="Meiryo UI" panose="020B0604030504040204" pitchFamily="50" charset="-128"/>
                    <a:ea typeface="Meiryo UI" panose="020B0604030504040204" pitchFamily="50" charset="-128"/>
                  </a:rPr>
                  <a:t>が生成される確率が最も高まるかを、</a:t>
                </a:r>
                <a:r>
                  <a:rPr kumimoji="1" lang="en-US" altLang="ja-JP" sz="1400" dirty="0">
                    <a:latin typeface="Meiryo UI" panose="020B0604030504040204" pitchFamily="50" charset="-128"/>
                    <a:ea typeface="Meiryo UI" panose="020B0604030504040204" pitchFamily="50" charset="-128"/>
                  </a:rPr>
                  <a:t>EM</a:t>
                </a:r>
                <a:r>
                  <a:rPr kumimoji="1" lang="ja-JP" altLang="en-US" sz="1400" dirty="0">
                    <a:latin typeface="Meiryo UI" panose="020B0604030504040204" pitchFamily="50" charset="-128"/>
                    <a:ea typeface="Meiryo UI" panose="020B0604030504040204" pitchFamily="50" charset="-128"/>
                  </a:rPr>
                  <a:t>アルゴリズムで計算するという分析が定石</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単純な正答率ベースでの分析に比べ、</a:t>
                </a:r>
                <a:r>
                  <a:rPr kumimoji="1" lang="ja-JP" altLang="en-US" sz="1400" b="1" dirty="0">
                    <a:latin typeface="Meiryo UI" panose="020B0604030504040204" pitchFamily="50" charset="-128"/>
                    <a:ea typeface="Meiryo UI" panose="020B0604030504040204" pitchFamily="50" charset="-128"/>
                  </a:rPr>
                  <a:t>問題の難易度の違いにも配慮しながら、能力算出ができる</a:t>
                </a:r>
                <a:endParaRPr kumimoji="1" lang="en-US" altLang="ja-JP" sz="1400" b="1"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a:t>
                </a:r>
                <a:r>
                  <a:rPr kumimoji="1" lang="ja-JP" altLang="en-US" sz="1400" b="1" dirty="0">
                    <a:latin typeface="Meiryo UI" panose="020B0604030504040204" pitchFamily="50" charset="-128"/>
                    <a:ea typeface="Meiryo UI" panose="020B0604030504040204" pitchFamily="50" charset="-128"/>
                  </a:rPr>
                  <a:t>回答しない問題がある</a:t>
                </a:r>
                <a:r>
                  <a:rPr kumimoji="1" lang="en-US" altLang="ja-JP" sz="1400" b="1" dirty="0">
                    <a:latin typeface="Meiryo UI" panose="020B0604030504040204" pitchFamily="50" charset="-128"/>
                    <a:ea typeface="Meiryo UI" panose="020B0604030504040204" pitchFamily="50" charset="-128"/>
                  </a:rPr>
                  <a:t>/</a:t>
                </a:r>
                <a:r>
                  <a:rPr kumimoji="1" lang="ja-JP" altLang="en-US" sz="1400" b="1" dirty="0">
                    <a:latin typeface="Meiryo UI" panose="020B0604030504040204" pitchFamily="50" charset="-128"/>
                    <a:ea typeface="Meiryo UI" panose="020B0604030504040204" pitchFamily="50" charset="-128"/>
                  </a:rPr>
                  <a:t>対象によって解く問題が違う場合でも、能力の比較が可能</a:t>
                </a:r>
                <a:r>
                  <a:rPr kumimoji="1" lang="ja-JP" altLang="en-US" sz="1400" dirty="0">
                    <a:latin typeface="Meiryo UI" panose="020B0604030504040204" pitchFamily="50" charset="-128"/>
                    <a:ea typeface="Meiryo UI" panose="020B0604030504040204" pitchFamily="50" charset="-128"/>
                  </a:rPr>
                  <a:t>になる</a:t>
                </a:r>
                <a:endParaRPr kumimoji="1" lang="en-US" altLang="ja-JP" sz="1400" dirty="0">
                  <a:latin typeface="Meiryo UI" panose="020B0604030504040204" pitchFamily="50" charset="-128"/>
                  <a:ea typeface="Meiryo UI" panose="020B0604030504040204" pitchFamily="50" charset="-128"/>
                </a:endParaRPr>
              </a:p>
            </p:txBody>
          </p:sp>
        </mc:Choice>
        <mc:Fallback xmlns="">
          <p:sp>
            <p:nvSpPr>
              <p:cNvPr id="44" name="テキスト ボックス 43">
                <a:extLst>
                  <a:ext uri="{FF2B5EF4-FFF2-40B4-BE49-F238E27FC236}">
                    <a16:creationId xmlns:a16="http://schemas.microsoft.com/office/drawing/2014/main" id="{EEF35240-5CEE-F20F-63B9-87998E013581}"/>
                  </a:ext>
                </a:extLst>
              </p:cNvPr>
              <p:cNvSpPr txBox="1">
                <a:spLocks noRot="1" noChangeAspect="1" noMove="1" noResize="1" noEditPoints="1" noAdjustHandles="1" noChangeArrowheads="1" noChangeShapeType="1" noTextEdit="1"/>
              </p:cNvSpPr>
              <p:nvPr/>
            </p:nvSpPr>
            <p:spPr>
              <a:xfrm>
                <a:off x="93723" y="5531130"/>
                <a:ext cx="7364695" cy="1169551"/>
              </a:xfrm>
              <a:prstGeom prst="rect">
                <a:avLst/>
              </a:prstGeom>
              <a:blipFill>
                <a:blip r:embed="rId9"/>
                <a:stretch>
                  <a:fillRect l="-248" t="-521" b="-468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1" name="テキスト ボックス 40">
                <a:extLst>
                  <a:ext uri="{FF2B5EF4-FFF2-40B4-BE49-F238E27FC236}">
                    <a16:creationId xmlns:a16="http://schemas.microsoft.com/office/drawing/2014/main" id="{1E9AABB9-B2F6-E482-63EA-FBCB76100084}"/>
                  </a:ext>
                </a:extLst>
              </p:cNvPr>
              <p:cNvSpPr txBox="1"/>
              <p:nvPr/>
            </p:nvSpPr>
            <p:spPr>
              <a:xfrm>
                <a:off x="7017809" y="5575499"/>
                <a:ext cx="2081644" cy="60016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100" b="0" i="0" u="none" strike="noStrike" kern="0" cap="none" spc="0" normalizeH="0" baseline="0" noProof="0" dirty="0">
                    <a:ln>
                      <a:noFill/>
                    </a:ln>
                    <a:solidFill>
                      <a:srgbClr val="00B050"/>
                    </a:solidFill>
                    <a:effectLst/>
                    <a:uLnTx/>
                    <a:uFillTx/>
                  </a:rPr>
                  <a:t>困難度 </a:t>
                </a:r>
                <a14:m>
                  <m:oMath xmlns:m="http://schemas.openxmlformats.org/officeDocument/2006/math">
                    <m:r>
                      <a:rPr kumimoji="1" lang="en-US" altLang="ja-JP" sz="1100" b="0" i="1" u="none" strike="noStrike" kern="0" cap="none" spc="0" normalizeH="0" baseline="0" noProof="0" smtClean="0">
                        <a:ln>
                          <a:noFill/>
                        </a:ln>
                        <a:solidFill>
                          <a:srgbClr val="00B050"/>
                        </a:solidFill>
                        <a:effectLst/>
                        <a:uLnTx/>
                        <a:uFillTx/>
                        <a:latin typeface="Cambria Math" panose="02040503050406030204" pitchFamily="18" charset="0"/>
                      </a:rPr>
                      <m:t>𝑏</m:t>
                    </m:r>
                  </m:oMath>
                </a14:m>
                <a:r>
                  <a:rPr kumimoji="1" lang="en-US" altLang="ja-JP" sz="1100" b="0" i="0" u="none" strike="noStrike" kern="0" cap="none" spc="0" normalizeH="0" baseline="0" noProof="0" dirty="0">
                    <a:ln>
                      <a:noFill/>
                    </a:ln>
                    <a:solidFill>
                      <a:srgbClr val="00B050"/>
                    </a:solidFill>
                    <a:effectLst/>
                    <a:uLnTx/>
                    <a:uFillTx/>
                  </a:rPr>
                  <a:t>:</a:t>
                </a: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100" b="0" i="0" u="none" strike="noStrike" kern="0" cap="none" spc="0" normalizeH="0" baseline="0" noProof="0" dirty="0">
                    <a:ln>
                      <a:noFill/>
                    </a:ln>
                    <a:solidFill>
                      <a:srgbClr val="00B050"/>
                    </a:solidFill>
                    <a:effectLst/>
                    <a:uLnTx/>
                    <a:uFillTx/>
                  </a:rPr>
                  <a:t>正答率（反応率）が</a:t>
                </a:r>
                <a:r>
                  <a:rPr kumimoji="1" lang="en-US" altLang="ja-JP" sz="1100" b="0" i="0" u="none" strike="noStrike" kern="0" cap="none" spc="0" normalizeH="0" baseline="0" noProof="0" dirty="0">
                    <a:ln>
                      <a:noFill/>
                    </a:ln>
                    <a:solidFill>
                      <a:srgbClr val="00B050"/>
                    </a:solidFill>
                    <a:effectLst/>
                    <a:uLnTx/>
                    <a:uFillTx/>
                  </a:rPr>
                  <a:t>1/2</a:t>
                </a:r>
                <a:r>
                  <a:rPr kumimoji="1" lang="ja-JP" altLang="en-US" sz="1100" b="0" i="0" u="none" strike="noStrike" kern="0" cap="none" spc="0" normalizeH="0" baseline="0" noProof="0" dirty="0">
                    <a:ln>
                      <a:noFill/>
                    </a:ln>
                    <a:solidFill>
                      <a:srgbClr val="00B050"/>
                    </a:solidFill>
                    <a:effectLst/>
                    <a:uLnTx/>
                    <a:uFillTx/>
                  </a:rPr>
                  <a:t>となる</a:t>
                </a:r>
                <a:endParaRPr kumimoji="1" lang="en-US" altLang="ja-JP" sz="1100" b="0" i="0" u="none" strike="noStrike" kern="0" cap="none" spc="0" normalizeH="0" baseline="0" noProof="0" dirty="0">
                  <a:ln>
                    <a:noFill/>
                  </a:ln>
                  <a:solidFill>
                    <a:srgbClr val="00B05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100" b="0" i="0" u="none" strike="noStrike" kern="0" cap="none" spc="0" normalizeH="0" baseline="0" noProof="0" dirty="0">
                    <a:ln>
                      <a:noFill/>
                    </a:ln>
                    <a:solidFill>
                      <a:srgbClr val="00B050"/>
                    </a:solidFill>
                    <a:effectLst/>
                    <a:uLnTx/>
                    <a:uFillTx/>
                  </a:rPr>
                  <a:t>能力</a:t>
                </a:r>
                <a14:m>
                  <m:oMath xmlns:m="http://schemas.openxmlformats.org/officeDocument/2006/math">
                    <m:r>
                      <a:rPr kumimoji="1" lang="ja-JP" altLang="en-US" sz="1100" b="0" i="1" u="none" strike="noStrike" kern="0" cap="none" spc="0" normalizeH="0" baseline="0" noProof="0" smtClean="0">
                        <a:ln>
                          <a:noFill/>
                        </a:ln>
                        <a:solidFill>
                          <a:srgbClr val="00B050"/>
                        </a:solidFill>
                        <a:effectLst/>
                        <a:uLnTx/>
                        <a:uFillTx/>
                        <a:latin typeface="Cambria Math" panose="02040503050406030204" pitchFamily="18" charset="0"/>
                      </a:rPr>
                      <m:t>𝜃</m:t>
                    </m:r>
                  </m:oMath>
                </a14:m>
                <a:r>
                  <a:rPr kumimoji="1" lang="ja-JP" altLang="en-US" sz="1100" b="0" i="0" u="none" strike="noStrike" kern="0" cap="none" spc="0" normalizeH="0" baseline="0" noProof="0" dirty="0">
                    <a:ln>
                      <a:noFill/>
                    </a:ln>
                    <a:solidFill>
                      <a:srgbClr val="00B050"/>
                    </a:solidFill>
                    <a:effectLst/>
                    <a:uLnTx/>
                    <a:uFillTx/>
                  </a:rPr>
                  <a:t>の位置</a:t>
                </a:r>
                <a:endParaRPr kumimoji="1" lang="en-US" altLang="ja-JP" sz="1100" b="0" i="0" u="none" strike="noStrike" kern="0" cap="none" spc="0" normalizeH="0" baseline="0" noProof="0" dirty="0">
                  <a:ln>
                    <a:noFill/>
                  </a:ln>
                  <a:solidFill>
                    <a:srgbClr val="00B050"/>
                  </a:solidFill>
                  <a:effectLst/>
                  <a:uLnTx/>
                  <a:uFillTx/>
                </a:endParaRPr>
              </a:p>
            </p:txBody>
          </p:sp>
        </mc:Choice>
        <mc:Fallback xmlns="">
          <p:sp>
            <p:nvSpPr>
              <p:cNvPr id="41" name="テキスト ボックス 40">
                <a:extLst>
                  <a:ext uri="{FF2B5EF4-FFF2-40B4-BE49-F238E27FC236}">
                    <a16:creationId xmlns:a16="http://schemas.microsoft.com/office/drawing/2014/main" id="{1E9AABB9-B2F6-E482-63EA-FBCB76100084}"/>
                  </a:ext>
                </a:extLst>
              </p:cNvPr>
              <p:cNvSpPr txBox="1">
                <a:spLocks noRot="1" noChangeAspect="1" noMove="1" noResize="1" noEditPoints="1" noAdjustHandles="1" noChangeArrowheads="1" noChangeShapeType="1" noTextEdit="1"/>
              </p:cNvSpPr>
              <p:nvPr/>
            </p:nvSpPr>
            <p:spPr>
              <a:xfrm>
                <a:off x="7017809" y="5575499"/>
                <a:ext cx="2081644" cy="600164"/>
              </a:xfrm>
              <a:prstGeom prst="rect">
                <a:avLst/>
              </a:prstGeom>
              <a:blipFill>
                <a:blip r:embed="rId10"/>
                <a:stretch>
                  <a:fillRect b="-714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888248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0C0764-D56A-8E72-250A-98F4686B8056}"/>
              </a:ext>
            </a:extLst>
          </p:cNvPr>
          <p:cNvSpPr>
            <a:spLocks noGrp="1"/>
          </p:cNvSpPr>
          <p:nvPr>
            <p:ph type="title"/>
          </p:nvPr>
        </p:nvSpPr>
        <p:spPr>
          <a:xfrm>
            <a:off x="1163524" y="45349"/>
            <a:ext cx="7714662" cy="584276"/>
          </a:xfrm>
        </p:spPr>
        <p:txBody>
          <a:bodyPr/>
          <a:lstStyle/>
          <a:p>
            <a:r>
              <a:rPr kumimoji="1" lang="ja-JP" altLang="en-US" sz="2000" dirty="0"/>
              <a:t>今回新たに開発した確率データ列ベースでの</a:t>
            </a:r>
            <a:r>
              <a:rPr kumimoji="1" lang="en-US" altLang="ja-JP" sz="2000" dirty="0"/>
              <a:t>IRT</a:t>
            </a:r>
            <a:r>
              <a:rPr kumimoji="1" lang="ja-JP" altLang="en-US" sz="2000" dirty="0"/>
              <a:t>分析アルゴリズム</a:t>
            </a:r>
          </a:p>
        </p:txBody>
      </p:sp>
      <p:sp>
        <p:nvSpPr>
          <p:cNvPr id="3" name="スライド番号プレースホルダー 2">
            <a:extLst>
              <a:ext uri="{FF2B5EF4-FFF2-40B4-BE49-F238E27FC236}">
                <a16:creationId xmlns:a16="http://schemas.microsoft.com/office/drawing/2014/main" id="{133C4C19-AE11-E634-3589-F4B0EA96120D}"/>
              </a:ext>
            </a:extLst>
          </p:cNvPr>
          <p:cNvSpPr>
            <a:spLocks noGrp="1"/>
          </p:cNvSpPr>
          <p:nvPr>
            <p:ph type="sldNum" sz="quarter" idx="12"/>
          </p:nvPr>
        </p:nvSpPr>
        <p:spPr/>
        <p:txBody>
          <a:bodyPr/>
          <a:lstStyle/>
          <a:p>
            <a:pPr fontAlgn="auto">
              <a:spcBef>
                <a:spcPts val="0"/>
              </a:spcBef>
              <a:spcAft>
                <a:spcPts val="0"/>
              </a:spcAft>
            </a:pPr>
            <a:fld id="{14672B03-F2D0-4851-B792-39C5CEFB63BA}" type="slidenum">
              <a:rPr lang="ja-JP" altLang="en-US" smtClean="0">
                <a:latin typeface="Meiryo UI"/>
                <a:ea typeface="Meiryo UI"/>
              </a:rPr>
              <a:pPr fontAlgn="auto">
                <a:spcBef>
                  <a:spcPts val="0"/>
                </a:spcBef>
                <a:spcAft>
                  <a:spcPts val="0"/>
                </a:spcAft>
              </a:pPr>
              <a:t>8</a:t>
            </a:fld>
            <a:endParaRPr lang="ja-JP" altLang="en-US" dirty="0">
              <a:latin typeface="Meiryo UI"/>
              <a:ea typeface="Meiryo UI"/>
            </a:endParaRP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3F6E97D5-FC9B-3918-5BB5-487E25F3871F}"/>
                  </a:ext>
                </a:extLst>
              </p:cNvPr>
              <p:cNvSpPr txBox="1"/>
              <p:nvPr/>
            </p:nvSpPr>
            <p:spPr>
              <a:xfrm>
                <a:off x="192990" y="3202101"/>
                <a:ext cx="8423565" cy="3572260"/>
              </a:xfrm>
              <a:prstGeom prst="rect">
                <a:avLst/>
              </a:prstGeom>
              <a:solidFill>
                <a:srgbClr val="4EA72E">
                  <a:lumMod val="20000"/>
                  <a:lumOff val="80000"/>
                </a:srgbClr>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600" b="1" i="0" u="sng" strike="noStrike" kern="0" cap="none" spc="0" normalizeH="0" baseline="0" noProof="0" dirty="0">
                    <a:ln>
                      <a:noFill/>
                    </a:ln>
                    <a:solidFill>
                      <a:prstClr val="black"/>
                    </a:solidFill>
                    <a:effectLst/>
                    <a:uLnTx/>
                    <a:uFillTx/>
                  </a:rPr>
                  <a:t>Step 1: </a:t>
                </a:r>
                <a14:m>
                  <m:oMath xmlns:m="http://schemas.openxmlformats.org/officeDocument/2006/math">
                    <m:sSub>
                      <m:sSubPr>
                        <m:ctrlPr>
                          <a:rPr kumimoji="1" lang="en-US" altLang="ja-JP" sz="1600" b="1" i="1" u="sng" strike="noStrike" kern="0" cap="none" spc="0" normalizeH="0" baseline="0" noProof="0" smtClean="0">
                            <a:ln>
                              <a:noFill/>
                            </a:ln>
                            <a:solidFill>
                              <a:prstClr val="black"/>
                            </a:solidFill>
                            <a:effectLst/>
                            <a:uLnTx/>
                            <a:uFillTx/>
                            <a:latin typeface="Cambria Math" panose="02040503050406030204" pitchFamily="18" charset="0"/>
                          </a:rPr>
                        </m:ctrlPr>
                      </m:sSubPr>
                      <m:e>
                        <m:r>
                          <a:rPr kumimoji="1" lang="ja-JP" altLang="en-US" sz="1600" b="1" i="1" u="sng" strike="noStrike" kern="0" cap="none" spc="0" normalizeH="0" baseline="0" noProof="0" smtClean="0">
                            <a:ln>
                              <a:noFill/>
                            </a:ln>
                            <a:solidFill>
                              <a:prstClr val="black"/>
                            </a:solidFill>
                            <a:effectLst/>
                            <a:uLnTx/>
                            <a:uFillTx/>
                            <a:latin typeface="Cambria Math" panose="02040503050406030204" pitchFamily="18" charset="0"/>
                          </a:rPr>
                          <m:t>𝜽</m:t>
                        </m:r>
                      </m:e>
                      <m:sub>
                        <m:r>
                          <a:rPr kumimoji="1" lang="en-US" altLang="ja-JP" sz="1600" b="1" i="1" u="sng" strike="noStrike" kern="0" cap="none" spc="0" normalizeH="0" baseline="0" noProof="0" smtClean="0">
                            <a:ln>
                              <a:noFill/>
                            </a:ln>
                            <a:solidFill>
                              <a:prstClr val="black"/>
                            </a:solidFill>
                            <a:effectLst/>
                            <a:uLnTx/>
                            <a:uFillTx/>
                            <a:latin typeface="Cambria Math" panose="02040503050406030204" pitchFamily="18" charset="0"/>
                          </a:rPr>
                          <m:t>𝒊</m:t>
                        </m:r>
                      </m:sub>
                    </m:sSub>
                  </m:oMath>
                </a14:m>
                <a:r>
                  <a:rPr kumimoji="1" lang="ja-JP" altLang="en-US" sz="1600" b="1" i="0" u="sng" strike="noStrike" kern="0" cap="none" spc="0" normalizeH="0" baseline="0" noProof="0" dirty="0">
                    <a:ln>
                      <a:noFill/>
                    </a:ln>
                    <a:solidFill>
                      <a:prstClr val="black"/>
                    </a:solidFill>
                    <a:effectLst/>
                    <a:uLnTx/>
                    <a:uFillTx/>
                  </a:rPr>
                  <a:t>　の更新</a:t>
                </a:r>
                <a:endParaRPr kumimoji="1" lang="en-US" altLang="ja-JP" sz="1600" b="1" i="0" u="sng"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bSupPr>
                      <m:e>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𝑎</m:t>
                        </m:r>
                      </m:e>
                      <m: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𝑘</m:t>
                        </m:r>
                      </m:sub>
                      <m: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𝑜𝑙𝑑</m:t>
                        </m:r>
                      </m:sup>
                    </m:sSub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1" lang="en-US" altLang="ja-JP" sz="1600" b="0" i="0" u="none" strike="noStrike" kern="0" cap="none" spc="0" normalizeH="0" baseline="0" noProof="0" smtClean="0">
                        <a:ln>
                          <a:noFill/>
                        </a:ln>
                        <a:solidFill>
                          <a:prstClr val="black"/>
                        </a:solidFill>
                        <a:effectLst/>
                        <a:uLnTx/>
                        <a:uFillTx/>
                        <a:latin typeface="Cambria Math" panose="02040503050406030204" pitchFamily="18" charset="0"/>
                      </a:rPr>
                      <m:t> </m:t>
                    </m:r>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 </m:t>
                    </m:r>
                    <m:sSubSup>
                      <m:sSubSup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bSupPr>
                      <m:e>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𝑏</m:t>
                        </m:r>
                      </m:e>
                      <m: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𝑘</m:t>
                        </m:r>
                      </m:sub>
                      <m: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𝑜𝑙𝑑</m:t>
                        </m:r>
                      </m:sup>
                    </m:sSubSup>
                  </m:oMath>
                </a14:m>
                <a:r>
                  <a:rPr kumimoji="1" lang="ja-JP" altLang="en-US" sz="1600" b="0" i="0" u="none" strike="noStrike" kern="0" cap="none" spc="0" normalizeH="0" baseline="0" noProof="0" dirty="0">
                    <a:ln>
                      <a:noFill/>
                    </a:ln>
                    <a:solidFill>
                      <a:prstClr val="black"/>
                    </a:solidFill>
                    <a:effectLst/>
                    <a:uLnTx/>
                    <a:uFillTx/>
                  </a:rPr>
                  <a:t>を固定した上で、</a:t>
                </a:r>
                <a:endParaRPr kumimoji="1" lang="en-US" altLang="ja-JP" sz="1600" b="0" i="0" u="none" strike="noStrike" kern="0" cap="none" spc="0" normalizeH="0" baseline="0" noProof="0" dirty="0">
                  <a:ln>
                    <a:noFill/>
                  </a:ln>
                  <a:solidFill>
                    <a:prstClr val="black"/>
                  </a:solidFill>
                  <a:effectLst/>
                  <a:uLnTx/>
                  <a:uFillTx/>
                </a:endParaRPr>
              </a:p>
              <a:p>
                <a:pPr lvl="0" defTabSz="914400"/>
                <a14:m>
                  <m:oMathPara xmlns:m="http://schemas.openxmlformats.org/officeDocument/2006/math">
                    <m:oMathParaPr>
                      <m:jc m:val="centerGroup"/>
                    </m:oMathParaPr>
                    <m:oMath xmlns:m="http://schemas.openxmlformats.org/officeDocument/2006/math">
                      <m:sSubSup>
                        <m:sSubSup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bSupPr>
                        <m:e>
                          <m:r>
                            <a:rPr kumimoji="1" lang="ja-JP" altLang="en-US" sz="1600" b="0" i="1" u="none" strike="noStrike" kern="0" cap="none" spc="0" normalizeH="0" baseline="0" noProof="0" smtClean="0">
                              <a:ln>
                                <a:noFill/>
                              </a:ln>
                              <a:solidFill>
                                <a:prstClr val="black"/>
                              </a:solidFill>
                              <a:effectLst/>
                              <a:uLnTx/>
                              <a:uFillTx/>
                              <a:latin typeface="Cambria Math" panose="02040503050406030204" pitchFamily="18" charset="0"/>
                            </a:rPr>
                            <m:t>𝜃</m:t>
                          </m:r>
                        </m:e>
                        <m: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𝑖</m:t>
                          </m:r>
                        </m:sub>
                        <m: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𝑛𝑒𝑤</m:t>
                          </m:r>
                        </m:sup>
                      </m:sSub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func>
                        <m:func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funcPr>
                        <m:fName>
                          <m:limLow>
                            <m:limLow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limLowPr>
                            <m:e>
                              <m:r>
                                <m:rPr>
                                  <m:sty m:val="p"/>
                                </m:rPr>
                                <a:rPr kumimoji="1" lang="en-US" altLang="ja-JP" sz="1600" b="0" i="0" u="none" strike="noStrike" kern="0" cap="none" spc="0" normalizeH="0" baseline="0" noProof="0" smtClean="0">
                                  <a:ln>
                                    <a:noFill/>
                                  </a:ln>
                                  <a:solidFill>
                                    <a:prstClr val="black"/>
                                  </a:solidFill>
                                  <a:effectLst/>
                                  <a:uLnTx/>
                                  <a:uFillTx/>
                                  <a:latin typeface="Cambria Math" panose="02040503050406030204" pitchFamily="18" charset="0"/>
                                </a:rPr>
                                <m:t>arg</m:t>
                              </m:r>
                              <m:r>
                                <a:rPr kumimoji="1" lang="en-US" altLang="ja-JP" sz="1600" b="0" i="0" u="none" strike="noStrike" kern="0" cap="none" spc="0" normalizeH="0" baseline="0" noProof="0" smtClean="0">
                                  <a:ln>
                                    <a:noFill/>
                                  </a:ln>
                                  <a:solidFill>
                                    <a:prstClr val="black"/>
                                  </a:solidFill>
                                  <a:effectLst/>
                                  <a:uLnTx/>
                                  <a:uFillTx/>
                                  <a:latin typeface="Cambria Math" panose="02040503050406030204" pitchFamily="18" charset="0"/>
                                </a:rPr>
                                <m:t> </m:t>
                              </m:r>
                              <m:r>
                                <m:rPr>
                                  <m:sty m:val="p"/>
                                </m:rPr>
                                <a:rPr kumimoji="1" lang="en-US" altLang="ja-JP" sz="1600" b="0" i="0" u="none" strike="noStrike" kern="0" cap="none" spc="0" normalizeH="0" baseline="0" noProof="0" smtClean="0">
                                  <a:ln>
                                    <a:noFill/>
                                  </a:ln>
                                  <a:solidFill>
                                    <a:prstClr val="black"/>
                                  </a:solidFill>
                                  <a:effectLst/>
                                  <a:uLnTx/>
                                  <a:uFillTx/>
                                  <a:latin typeface="Cambria Math" panose="02040503050406030204" pitchFamily="18" charset="0"/>
                                </a:rPr>
                                <m:t>min</m:t>
                              </m:r>
                            </m:e>
                            <m:lim>
                              <m:sSub>
                                <m:sSub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1" lang="ja-JP" altLang="en-US" sz="1600" b="0" i="1" u="none" strike="noStrike" kern="0" cap="none" spc="0" normalizeH="0" baseline="0" noProof="0" smtClean="0">
                                      <a:ln>
                                        <a:noFill/>
                                      </a:ln>
                                      <a:solidFill>
                                        <a:prstClr val="black"/>
                                      </a:solidFill>
                                      <a:effectLst/>
                                      <a:uLnTx/>
                                      <a:uFillTx/>
                                      <a:latin typeface="Cambria Math" panose="02040503050406030204" pitchFamily="18" charset="0"/>
                                    </a:rPr>
                                    <m:t>𝜃</m:t>
                                  </m:r>
                                </m:e>
                                <m: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𝑖</m:t>
                                  </m:r>
                                </m:sub>
                              </m:s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1" lang="en-US" altLang="ja-JP" sz="1600" b="1"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𝑹</m:t>
                              </m:r>
                            </m:lim>
                          </m:limLow>
                        </m:fName>
                        <m:e>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nary>
                            <m:naryPr>
                              <m:chr m:val="∑"/>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naryPr>
                            <m: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𝑘</m:t>
                              </m:r>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=1</m:t>
                              </m:r>
                            </m:sub>
                            <m: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𝑀</m:t>
                              </m:r>
                            </m:sup>
                            <m:e>
                              <m:sSup>
                                <m:sSup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pPr>
                                <m:e>
                                  <m:d>
                                    <m:dPr>
                                      <m:begChr m:val="|"/>
                                      <m:endChr m:val="|"/>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dPr>
                                    <m:e>
                                      <m:sSub>
                                        <m:sSubPr>
                                          <m:ctrlPr>
                                            <a:rPr kumimoji="1" lang="en-US" altLang="ja-JP" sz="1600" i="1" kern="0">
                                              <a:solidFill>
                                                <a:prstClr val="black"/>
                                              </a:solidFill>
                                              <a:latin typeface="Cambria Math" panose="02040503050406030204" pitchFamily="18" charset="0"/>
                                            </a:rPr>
                                          </m:ctrlPr>
                                        </m:sSubPr>
                                        <m:e>
                                          <m:r>
                                            <a:rPr kumimoji="1" lang="en-US" altLang="ja-JP" sz="1600" i="1" kern="0">
                                              <a:solidFill>
                                                <a:prstClr val="black"/>
                                              </a:solidFill>
                                              <a:latin typeface="Cambria Math" panose="02040503050406030204" pitchFamily="18" charset="0"/>
                                            </a:rPr>
                                            <m:t>𝑝</m:t>
                                          </m:r>
                                        </m:e>
                                        <m:sub>
                                          <m:r>
                                            <a:rPr kumimoji="1" lang="en-US" altLang="ja-JP" sz="1600" i="1" kern="0">
                                              <a:solidFill>
                                                <a:prstClr val="black"/>
                                              </a:solidFill>
                                              <a:latin typeface="Cambria Math" panose="02040503050406030204" pitchFamily="18" charset="0"/>
                                            </a:rPr>
                                            <m:t>𝑖</m:t>
                                          </m:r>
                                          <m:r>
                                            <a:rPr kumimoji="1" lang="en-US" altLang="ja-JP" sz="1600" b="0" i="1" kern="0" smtClean="0">
                                              <a:solidFill>
                                                <a:prstClr val="black"/>
                                              </a:solidFill>
                                              <a:latin typeface="Cambria Math" panose="02040503050406030204" pitchFamily="18" charset="0"/>
                                            </a:rPr>
                                            <m:t>𝑘</m:t>
                                          </m:r>
                                        </m:sub>
                                      </m:s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f>
                                        <m:f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1</m:t>
                                          </m:r>
                                        </m:num>
                                        <m:den>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1+</m:t>
                                          </m:r>
                                          <m:func>
                                            <m:func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funcPr>
                                            <m:fName>
                                              <m:r>
                                                <m:rPr>
                                                  <m:sty m:val="p"/>
                                                </m:rPr>
                                                <a:rPr kumimoji="1" lang="en-US" altLang="ja-JP" sz="1600" b="0" i="0" u="none" strike="noStrike" kern="0" cap="none" spc="0" normalizeH="0" baseline="0" noProof="0" smtClean="0">
                                                  <a:ln>
                                                    <a:noFill/>
                                                  </a:ln>
                                                  <a:solidFill>
                                                    <a:prstClr val="black"/>
                                                  </a:solidFill>
                                                  <a:effectLst/>
                                                  <a:uLnTx/>
                                                  <a:uFillTx/>
                                                  <a:latin typeface="Cambria Math" panose="02040503050406030204" pitchFamily="18" charset="0"/>
                                                </a:rPr>
                                                <m:t>exp</m:t>
                                              </m:r>
                                            </m:fName>
                                            <m:e>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𝐷</m:t>
                                              </m:r>
                                              <m:sSubSup>
                                                <m:sSubSup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bSupPr>
                                                <m:e>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𝑎</m:t>
                                                  </m:r>
                                                </m:e>
                                                <m: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𝑘</m:t>
                                                  </m:r>
                                                </m:sub>
                                                <m: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𝑜𝑙𝑑</m:t>
                                                  </m:r>
                                                </m:sup>
                                              </m:sSub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sSubSup>
                                                <m:sSubSupPr>
                                                  <m:ctrlPr>
                                                    <a:rPr kumimoji="1" lang="en-US" altLang="ja-JP" sz="1600" i="1" kern="0">
                                                      <a:solidFill>
                                                        <a:prstClr val="black"/>
                                                      </a:solidFill>
                                                      <a:latin typeface="Cambria Math" panose="02040503050406030204" pitchFamily="18" charset="0"/>
                                                    </a:rPr>
                                                  </m:ctrlPr>
                                                </m:sSubSupPr>
                                                <m:e>
                                                  <m:r>
                                                    <a:rPr kumimoji="1" lang="ja-JP" altLang="en-US" sz="1600" i="1" kern="0">
                                                      <a:solidFill>
                                                        <a:prstClr val="black"/>
                                                      </a:solidFill>
                                                      <a:latin typeface="Cambria Math" panose="02040503050406030204" pitchFamily="18" charset="0"/>
                                                    </a:rPr>
                                                    <m:t>𝜃</m:t>
                                                  </m:r>
                                                </m:e>
                                                <m:sub>
                                                  <m:r>
                                                    <a:rPr kumimoji="1" lang="en-US" altLang="ja-JP" sz="1600" i="1" kern="0">
                                                      <a:solidFill>
                                                        <a:prstClr val="black"/>
                                                      </a:solidFill>
                                                      <a:latin typeface="Cambria Math" panose="02040503050406030204" pitchFamily="18" charset="0"/>
                                                    </a:rPr>
                                                    <m:t>𝑖</m:t>
                                                  </m:r>
                                                </m:sub>
                                                <m:sup>
                                                  <m:r>
                                                    <a:rPr kumimoji="1" lang="en-US" altLang="ja-JP" sz="1600" b="0" i="1" kern="0" smtClean="0">
                                                      <a:solidFill>
                                                        <a:prstClr val="black"/>
                                                      </a:solidFill>
                                                      <a:latin typeface="Cambria Math" panose="02040503050406030204" pitchFamily="18" charset="0"/>
                                                    </a:rPr>
                                                    <m:t>𝑜𝑙𝑑</m:t>
                                                  </m:r>
                                                </m:sup>
                                              </m:sSub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sSubSup>
                                                <m:sSubSup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bSupPr>
                                                <m:e>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𝑏</m:t>
                                                  </m:r>
                                                </m:e>
                                                <m: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𝑘</m:t>
                                                  </m:r>
                                                </m:sub>
                                                <m: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𝑜𝑙𝑑</m:t>
                                                  </m:r>
                                                </m:sup>
                                              </m:sSub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e>
                                          </m:func>
                                        </m:den>
                                      </m:f>
                                    </m:e>
                                  </m:d>
                                </m:e>
                                <m: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2</m:t>
                                  </m:r>
                                </m:sup>
                              </m:sSup>
                            </m:e>
                          </m:nary>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e>
                      </m:func>
                    </m:oMath>
                  </m:oMathPara>
                </a14:m>
                <a:endParaRPr kumimoji="1" lang="en-US" altLang="ja-JP" sz="16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sz="1600" b="1" i="0" u="sng" strike="noStrike" kern="0" cap="none" spc="0" normalizeH="0" baseline="0" noProof="0" dirty="0">
                    <a:ln>
                      <a:noFill/>
                    </a:ln>
                    <a:solidFill>
                      <a:prstClr val="black"/>
                    </a:solidFill>
                    <a:effectLst/>
                    <a:uLnTx/>
                    <a:uFillTx/>
                  </a:rPr>
                  <a:t>Step 2: </a:t>
                </a:r>
                <a14:m>
                  <m:oMath xmlns:m="http://schemas.openxmlformats.org/officeDocument/2006/math">
                    <m:sSub>
                      <m:sSubPr>
                        <m:ctrlPr>
                          <a:rPr kumimoji="1" lang="en-US" altLang="ja-JP" sz="1600" b="1" i="1" u="sng" strike="noStrike" kern="0" cap="none" spc="0" normalizeH="0" baseline="0" noProof="0" smtClean="0">
                            <a:ln>
                              <a:noFill/>
                            </a:ln>
                            <a:solidFill>
                              <a:prstClr val="black"/>
                            </a:solidFill>
                            <a:effectLst/>
                            <a:uLnTx/>
                            <a:uFillTx/>
                            <a:latin typeface="Cambria Math" panose="02040503050406030204" pitchFamily="18" charset="0"/>
                          </a:rPr>
                        </m:ctrlPr>
                      </m:sSubPr>
                      <m:e>
                        <m:r>
                          <a:rPr kumimoji="1" lang="en-US" altLang="ja-JP" sz="1600" b="1" i="1" u="sng" strike="noStrike" kern="0" cap="none" spc="0" normalizeH="0" baseline="0" noProof="0" smtClean="0">
                            <a:ln>
                              <a:noFill/>
                            </a:ln>
                            <a:solidFill>
                              <a:prstClr val="black"/>
                            </a:solidFill>
                            <a:effectLst/>
                            <a:uLnTx/>
                            <a:uFillTx/>
                            <a:latin typeface="Cambria Math" panose="02040503050406030204" pitchFamily="18" charset="0"/>
                          </a:rPr>
                          <m:t>𝒂</m:t>
                        </m:r>
                      </m:e>
                      <m:sub>
                        <m:r>
                          <a:rPr kumimoji="1" lang="en-US" altLang="ja-JP" sz="1600" b="1" i="1" u="sng" strike="noStrike" kern="0" cap="none" spc="0" normalizeH="0" baseline="0" noProof="0" smtClean="0">
                            <a:ln>
                              <a:noFill/>
                            </a:ln>
                            <a:solidFill>
                              <a:prstClr val="black"/>
                            </a:solidFill>
                            <a:effectLst/>
                            <a:uLnTx/>
                            <a:uFillTx/>
                            <a:latin typeface="Cambria Math" panose="02040503050406030204" pitchFamily="18" charset="0"/>
                          </a:rPr>
                          <m:t>𝒌</m:t>
                        </m:r>
                      </m:sub>
                    </m:sSub>
                    <m:r>
                      <a:rPr kumimoji="1" lang="en-US" altLang="ja-JP" sz="1600" b="1" i="1" u="sng" strike="noStrike" kern="0" cap="none" spc="0" normalizeH="0" baseline="0" noProof="0" smtClean="0">
                        <a:ln>
                          <a:noFill/>
                        </a:ln>
                        <a:solidFill>
                          <a:prstClr val="black"/>
                        </a:solidFill>
                        <a:effectLst/>
                        <a:uLnTx/>
                        <a:uFillTx/>
                        <a:latin typeface="Cambria Math" panose="02040503050406030204" pitchFamily="18" charset="0"/>
                      </a:rPr>
                      <m:t>,</m:t>
                    </m:r>
                    <m:sSub>
                      <m:sSubPr>
                        <m:ctrlPr>
                          <a:rPr kumimoji="1" lang="en-US" altLang="ja-JP" sz="1600" b="1" i="1" u="sng" strike="noStrike" kern="0" cap="none" spc="0" normalizeH="0" baseline="0" noProof="0" smtClean="0">
                            <a:ln>
                              <a:noFill/>
                            </a:ln>
                            <a:solidFill>
                              <a:prstClr val="black"/>
                            </a:solidFill>
                            <a:effectLst/>
                            <a:uLnTx/>
                            <a:uFillTx/>
                            <a:latin typeface="Cambria Math" panose="02040503050406030204" pitchFamily="18" charset="0"/>
                          </a:rPr>
                        </m:ctrlPr>
                      </m:sSubPr>
                      <m:e>
                        <m:r>
                          <a:rPr kumimoji="1" lang="en-US" altLang="ja-JP" sz="1600" b="1" i="1" u="sng" strike="noStrike" kern="0" cap="none" spc="0" normalizeH="0" baseline="0" noProof="0" smtClean="0">
                            <a:ln>
                              <a:noFill/>
                            </a:ln>
                            <a:solidFill>
                              <a:prstClr val="black"/>
                            </a:solidFill>
                            <a:effectLst/>
                            <a:uLnTx/>
                            <a:uFillTx/>
                            <a:latin typeface="Cambria Math" panose="02040503050406030204" pitchFamily="18" charset="0"/>
                          </a:rPr>
                          <m:t>𝒃</m:t>
                        </m:r>
                      </m:e>
                      <m:sub>
                        <m:r>
                          <a:rPr kumimoji="1" lang="en-US" altLang="ja-JP" sz="1600" b="1" i="1" u="sng" strike="noStrike" kern="0" cap="none" spc="0" normalizeH="0" baseline="0" noProof="0" smtClean="0">
                            <a:ln>
                              <a:noFill/>
                            </a:ln>
                            <a:solidFill>
                              <a:prstClr val="black"/>
                            </a:solidFill>
                            <a:effectLst/>
                            <a:uLnTx/>
                            <a:uFillTx/>
                            <a:latin typeface="Cambria Math" panose="02040503050406030204" pitchFamily="18" charset="0"/>
                          </a:rPr>
                          <m:t>𝒌</m:t>
                        </m:r>
                      </m:sub>
                    </m:sSub>
                  </m:oMath>
                </a14:m>
                <a:r>
                  <a:rPr kumimoji="1" lang="ja-JP" altLang="en-US" sz="1600" b="1" i="0" u="sng" strike="noStrike" kern="0" cap="none" spc="0" normalizeH="0" baseline="0" noProof="0" dirty="0">
                    <a:ln>
                      <a:noFill/>
                    </a:ln>
                    <a:solidFill>
                      <a:prstClr val="black"/>
                    </a:solidFill>
                    <a:effectLst/>
                    <a:uLnTx/>
                    <a:uFillTx/>
                  </a:rPr>
                  <a:t>　の更新</a:t>
                </a:r>
                <a:endParaRPr kumimoji="1" lang="en-US" altLang="ja-JP" sz="1600" b="1" i="0" u="sng"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14:m>
                  <m:oMath xmlns:m="http://schemas.openxmlformats.org/officeDocument/2006/math">
                    <m:sSubSup>
                      <m:sSubSup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bSupPr>
                      <m:e>
                        <m:r>
                          <a:rPr kumimoji="1" lang="ja-JP" altLang="en-US" sz="1600" b="0" i="1" u="none" strike="noStrike" kern="0" cap="none" spc="0" normalizeH="0" baseline="0" noProof="0" smtClean="0">
                            <a:ln>
                              <a:noFill/>
                            </a:ln>
                            <a:solidFill>
                              <a:prstClr val="black"/>
                            </a:solidFill>
                            <a:effectLst/>
                            <a:uLnTx/>
                            <a:uFillTx/>
                            <a:latin typeface="Cambria Math" panose="02040503050406030204" pitchFamily="18" charset="0"/>
                          </a:rPr>
                          <m:t>𝜃</m:t>
                        </m:r>
                      </m:e>
                      <m: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𝑖</m:t>
                        </m:r>
                      </m:sub>
                      <m: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𝑛𝑒𝑤</m:t>
                        </m:r>
                      </m:sup>
                    </m:sSubSup>
                  </m:oMath>
                </a14:m>
                <a:r>
                  <a:rPr kumimoji="1" lang="ja-JP" altLang="en-US" sz="1600" b="0" i="0" u="none" strike="noStrike" kern="0" cap="none" spc="0" normalizeH="0" baseline="0" noProof="0" dirty="0">
                    <a:ln>
                      <a:noFill/>
                    </a:ln>
                    <a:solidFill>
                      <a:prstClr val="black"/>
                    </a:solidFill>
                    <a:effectLst/>
                    <a:uLnTx/>
                    <a:uFillTx/>
                  </a:rPr>
                  <a:t>を固定した上で、</a:t>
                </a:r>
                <a:endParaRPr kumimoji="1" lang="en-US" altLang="ja-JP" sz="1600" b="0" i="0" u="none" strike="noStrike" kern="0" cap="none" spc="0" normalizeH="0" baseline="0" noProof="0" dirty="0">
                  <a:ln>
                    <a:noFill/>
                  </a:ln>
                  <a:solidFill>
                    <a:prstClr val="black"/>
                  </a:solidFill>
                  <a:effectLst/>
                  <a:uLnTx/>
                  <a:uFillTx/>
                </a:endParaRPr>
              </a:p>
              <a:p>
                <a:pPr lvl="0" defTabSz="914400"/>
                <a14:m>
                  <m:oMathPara xmlns:m="http://schemas.openxmlformats.org/officeDocument/2006/math">
                    <m:oMathParaPr>
                      <m:jc m:val="centerGroup"/>
                    </m:oMathParaPr>
                    <m:oMath xmlns:m="http://schemas.openxmlformats.org/officeDocument/2006/math">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sSubSup>
                        <m:sSubSup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bSupPr>
                        <m:e>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𝑎</m:t>
                          </m:r>
                        </m:e>
                        <m: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𝑘</m:t>
                          </m:r>
                        </m:sub>
                        <m: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𝑛𝑒𝑤</m:t>
                          </m:r>
                        </m:sup>
                      </m:sSub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1" lang="en-US" altLang="ja-JP" sz="1600" b="0" i="0" u="none" strike="noStrike" kern="0" cap="none" spc="0" normalizeH="0" baseline="0" noProof="0" smtClean="0">
                          <a:ln>
                            <a:noFill/>
                          </a:ln>
                          <a:solidFill>
                            <a:prstClr val="black"/>
                          </a:solidFill>
                          <a:effectLst/>
                          <a:uLnTx/>
                          <a:uFillTx/>
                          <a:latin typeface="Cambria Math" panose="02040503050406030204" pitchFamily="18" charset="0"/>
                        </a:rPr>
                        <m:t> </m:t>
                      </m:r>
                      <m:sSubSup>
                        <m:sSubSup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bSupPr>
                        <m:e>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 </m:t>
                          </m:r>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𝑏</m:t>
                          </m:r>
                        </m:e>
                        <m: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𝑘</m:t>
                          </m:r>
                        </m:sub>
                        <m: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𝑛𝑒𝑤</m:t>
                          </m:r>
                        </m:sup>
                      </m:sSub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func>
                        <m:func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funcPr>
                        <m:fName>
                          <m:limLow>
                            <m:limLow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limLowPr>
                            <m:e>
                              <m:r>
                                <m:rPr>
                                  <m:sty m:val="p"/>
                                </m:rPr>
                                <a:rPr kumimoji="1" lang="en-US" altLang="ja-JP" sz="1600" b="0" i="0" u="none" strike="noStrike" kern="0" cap="none" spc="0" normalizeH="0" baseline="0" noProof="0" smtClean="0">
                                  <a:ln>
                                    <a:noFill/>
                                  </a:ln>
                                  <a:solidFill>
                                    <a:prstClr val="black"/>
                                  </a:solidFill>
                                  <a:effectLst/>
                                  <a:uLnTx/>
                                  <a:uFillTx/>
                                  <a:latin typeface="Cambria Math" panose="02040503050406030204" pitchFamily="18" charset="0"/>
                                </a:rPr>
                                <m:t>arg</m:t>
                              </m:r>
                              <m:r>
                                <a:rPr kumimoji="1" lang="en-US" altLang="ja-JP" sz="1600" b="0" i="0" u="none" strike="noStrike" kern="0" cap="none" spc="0" normalizeH="0" baseline="0" noProof="0" smtClean="0">
                                  <a:ln>
                                    <a:noFill/>
                                  </a:ln>
                                  <a:solidFill>
                                    <a:prstClr val="black"/>
                                  </a:solidFill>
                                  <a:effectLst/>
                                  <a:uLnTx/>
                                  <a:uFillTx/>
                                  <a:latin typeface="Cambria Math" panose="02040503050406030204" pitchFamily="18" charset="0"/>
                                </a:rPr>
                                <m:t> </m:t>
                              </m:r>
                              <m:r>
                                <m:rPr>
                                  <m:sty m:val="p"/>
                                </m:rPr>
                                <a:rPr kumimoji="1" lang="en-US" altLang="ja-JP" sz="1600" b="0" i="0" u="none" strike="noStrike" kern="0" cap="none" spc="0" normalizeH="0" baseline="0" noProof="0" smtClean="0">
                                  <a:ln>
                                    <a:noFill/>
                                  </a:ln>
                                  <a:solidFill>
                                    <a:prstClr val="black"/>
                                  </a:solidFill>
                                  <a:effectLst/>
                                  <a:uLnTx/>
                                  <a:uFillTx/>
                                  <a:latin typeface="Cambria Math" panose="02040503050406030204" pitchFamily="18" charset="0"/>
                                </a:rPr>
                                <m:t>min</m:t>
                              </m:r>
                            </m:e>
                            <m:lim>
                              <m:sSub>
                                <m:sSub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𝑎</m:t>
                                  </m:r>
                                </m:e>
                                <m: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𝑘</m:t>
                                  </m:r>
                                </m:sub>
                              </m:s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&gt;0, </m:t>
                              </m:r>
                              <m:sSub>
                                <m:sSub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𝑏</m:t>
                                  </m:r>
                                </m:e>
                                <m: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𝑘</m:t>
                                  </m:r>
                                </m:sub>
                              </m:s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1" lang="en-US" altLang="ja-JP" sz="1600" b="1"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𝑹</m:t>
                              </m:r>
                            </m:lim>
                          </m:limLow>
                        </m:fName>
                        <m:e>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nary>
                            <m:naryPr>
                              <m:chr m:val="∑"/>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naryPr>
                            <m:sub>
                              <m:r>
                                <m:rPr>
                                  <m:brk m:alnAt="23"/>
                                </m:r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𝑖</m:t>
                              </m:r>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=1</m:t>
                              </m:r>
                            </m:sub>
                            <m: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𝑁</m:t>
                              </m:r>
                            </m:sup>
                            <m:e>
                              <m:sSup>
                                <m:sSup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pPr>
                                <m:e>
                                  <m:d>
                                    <m:dPr>
                                      <m:begChr m:val="|"/>
                                      <m:endChr m:val="|"/>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dPr>
                                    <m:e>
                                      <m:sSub>
                                        <m:sSubPr>
                                          <m:ctrlPr>
                                            <a:rPr kumimoji="1" lang="en-US" altLang="ja-JP" sz="1600" i="1" kern="0">
                                              <a:solidFill>
                                                <a:prstClr val="black"/>
                                              </a:solidFill>
                                              <a:latin typeface="Cambria Math" panose="02040503050406030204" pitchFamily="18" charset="0"/>
                                            </a:rPr>
                                          </m:ctrlPr>
                                        </m:sSubPr>
                                        <m:e>
                                          <m:r>
                                            <a:rPr kumimoji="1" lang="en-US" altLang="ja-JP" sz="1600" i="1" kern="0">
                                              <a:solidFill>
                                                <a:prstClr val="black"/>
                                              </a:solidFill>
                                              <a:latin typeface="Cambria Math" panose="02040503050406030204" pitchFamily="18" charset="0"/>
                                            </a:rPr>
                                            <m:t>𝑝</m:t>
                                          </m:r>
                                        </m:e>
                                        <m:sub>
                                          <m:r>
                                            <a:rPr kumimoji="1" lang="en-US" altLang="ja-JP" sz="1600" i="1" kern="0">
                                              <a:solidFill>
                                                <a:prstClr val="black"/>
                                              </a:solidFill>
                                              <a:latin typeface="Cambria Math" panose="02040503050406030204" pitchFamily="18" charset="0"/>
                                            </a:rPr>
                                            <m:t>𝑖</m:t>
                                          </m:r>
                                          <m:r>
                                            <a:rPr kumimoji="1" lang="en-US" altLang="ja-JP" sz="1600" b="0" i="1" kern="0" smtClean="0">
                                              <a:solidFill>
                                                <a:prstClr val="black"/>
                                              </a:solidFill>
                                              <a:latin typeface="Cambria Math" panose="02040503050406030204" pitchFamily="18" charset="0"/>
                                            </a:rPr>
                                            <m:t>𝑘</m:t>
                                          </m:r>
                                        </m:sub>
                                      </m:s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f>
                                        <m:f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fPr>
                                        <m:num>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1</m:t>
                                          </m:r>
                                        </m:num>
                                        <m:den>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1+</m:t>
                                          </m:r>
                                          <m:func>
                                            <m:func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funcPr>
                                            <m:fName>
                                              <m:r>
                                                <m:rPr>
                                                  <m:sty m:val="p"/>
                                                </m:rPr>
                                                <a:rPr kumimoji="1" lang="en-US" altLang="ja-JP" sz="1600" b="0" i="0" u="none" strike="noStrike" kern="0" cap="none" spc="0" normalizeH="0" baseline="0" noProof="0" smtClean="0">
                                                  <a:ln>
                                                    <a:noFill/>
                                                  </a:ln>
                                                  <a:solidFill>
                                                    <a:prstClr val="black"/>
                                                  </a:solidFill>
                                                  <a:effectLst/>
                                                  <a:uLnTx/>
                                                  <a:uFillTx/>
                                                  <a:latin typeface="Cambria Math" panose="02040503050406030204" pitchFamily="18" charset="0"/>
                                                </a:rPr>
                                                <m:t>exp</m:t>
                                              </m:r>
                                            </m:fName>
                                            <m:e>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𝐷</m:t>
                                              </m:r>
                                              <m:sSubSup>
                                                <m:sSubSupPr>
                                                  <m:ctrlPr>
                                                    <a:rPr kumimoji="1" lang="en-US" altLang="ja-JP" sz="1600" i="1" kern="0">
                                                      <a:solidFill>
                                                        <a:prstClr val="black"/>
                                                      </a:solidFill>
                                                      <a:latin typeface="Cambria Math" panose="02040503050406030204" pitchFamily="18" charset="0"/>
                                                    </a:rPr>
                                                  </m:ctrlPr>
                                                </m:sSubSupPr>
                                                <m:e>
                                                  <m:r>
                                                    <a:rPr kumimoji="1" lang="en-US" altLang="ja-JP" sz="1600" i="1" kern="0">
                                                      <a:solidFill>
                                                        <a:prstClr val="black"/>
                                                      </a:solidFill>
                                                      <a:latin typeface="Cambria Math" panose="02040503050406030204" pitchFamily="18" charset="0"/>
                                                    </a:rPr>
                                                    <m:t>𝑎</m:t>
                                                  </m:r>
                                                </m:e>
                                                <m:sub>
                                                  <m:r>
                                                    <a:rPr kumimoji="1" lang="en-US" altLang="ja-JP" sz="1600" b="0" i="1" kern="0" smtClean="0">
                                                      <a:solidFill>
                                                        <a:prstClr val="black"/>
                                                      </a:solidFill>
                                                      <a:latin typeface="Cambria Math" panose="02040503050406030204" pitchFamily="18" charset="0"/>
                                                    </a:rPr>
                                                    <m:t>𝑘</m:t>
                                                  </m:r>
                                                </m:sub>
                                                <m:sup>
                                                  <m:r>
                                                    <a:rPr kumimoji="1" lang="en-US" altLang="ja-JP" sz="1600" i="1" kern="0">
                                                      <a:solidFill>
                                                        <a:prstClr val="black"/>
                                                      </a:solidFill>
                                                      <a:latin typeface="Cambria Math" panose="02040503050406030204" pitchFamily="18" charset="0"/>
                                                    </a:rPr>
                                                    <m:t>𝑜𝑙𝑑</m:t>
                                                  </m:r>
                                                </m:sup>
                                              </m:sSub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sSubSup>
                                                <m:sSubSup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bSupPr>
                                                <m:e>
                                                  <m:r>
                                                    <a:rPr kumimoji="1" lang="ja-JP" altLang="en-US" sz="1600" b="0" i="1" u="none" strike="noStrike" kern="0" cap="none" spc="0" normalizeH="0" baseline="0" noProof="0" smtClean="0">
                                                      <a:ln>
                                                        <a:noFill/>
                                                      </a:ln>
                                                      <a:solidFill>
                                                        <a:prstClr val="black"/>
                                                      </a:solidFill>
                                                      <a:effectLst/>
                                                      <a:uLnTx/>
                                                      <a:uFillTx/>
                                                      <a:latin typeface="Cambria Math" panose="02040503050406030204" pitchFamily="18" charset="0"/>
                                                    </a:rPr>
                                                    <m:t>𝜃</m:t>
                                                  </m:r>
                                                </m:e>
                                                <m: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𝑖</m:t>
                                                  </m:r>
                                                </m:sub>
                                                <m: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𝑛𝑒𝑤</m:t>
                                                  </m:r>
                                                </m:sup>
                                              </m:sSub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sSubSup>
                                                <m:sSubSupPr>
                                                  <m:ctrlPr>
                                                    <a:rPr kumimoji="1" lang="en-US" altLang="ja-JP" sz="1600" i="1" kern="0">
                                                      <a:solidFill>
                                                        <a:prstClr val="black"/>
                                                      </a:solidFill>
                                                      <a:latin typeface="Cambria Math" panose="02040503050406030204" pitchFamily="18" charset="0"/>
                                                    </a:rPr>
                                                  </m:ctrlPr>
                                                </m:sSubSupPr>
                                                <m:e>
                                                  <m:r>
                                                    <a:rPr kumimoji="1" lang="en-US" altLang="ja-JP" sz="1600" i="1" kern="0">
                                                      <a:solidFill>
                                                        <a:prstClr val="black"/>
                                                      </a:solidFill>
                                                      <a:latin typeface="Cambria Math" panose="02040503050406030204" pitchFamily="18" charset="0"/>
                                                    </a:rPr>
                                                    <m:t>𝑏</m:t>
                                                  </m:r>
                                                </m:e>
                                                <m:sub>
                                                  <m:r>
                                                    <a:rPr kumimoji="1" lang="en-US" altLang="ja-JP" sz="1600" b="0" i="1" kern="0" smtClean="0">
                                                      <a:solidFill>
                                                        <a:prstClr val="black"/>
                                                      </a:solidFill>
                                                      <a:latin typeface="Cambria Math" panose="02040503050406030204" pitchFamily="18" charset="0"/>
                                                    </a:rPr>
                                                    <m:t>𝑘</m:t>
                                                  </m:r>
                                                </m:sub>
                                                <m:sup>
                                                  <m:r>
                                                    <a:rPr kumimoji="1" lang="en-US" altLang="ja-JP" sz="1600" i="1" kern="0">
                                                      <a:solidFill>
                                                        <a:prstClr val="black"/>
                                                      </a:solidFill>
                                                      <a:latin typeface="Cambria Math" panose="02040503050406030204" pitchFamily="18" charset="0"/>
                                                    </a:rPr>
                                                    <m:t>𝑜𝑙𝑑</m:t>
                                                  </m:r>
                                                </m:sup>
                                              </m:sSub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e>
                                          </m:func>
                                        </m:den>
                                      </m:f>
                                    </m:e>
                                  </m:d>
                                </m:e>
                                <m: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2</m:t>
                                  </m:r>
                                </m:sup>
                              </m:sSup>
                            </m:e>
                          </m:nary>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e>
                      </m:func>
                    </m:oMath>
                  </m:oMathPara>
                </a14:m>
                <a:endParaRPr kumimoji="1" lang="en-US" altLang="ja-JP" sz="1600" b="0" i="0" u="none" strike="noStrike" kern="0" cap="none" spc="0" normalizeH="0" baseline="0" noProof="0" dirty="0">
                  <a:ln>
                    <a:noFill/>
                  </a:ln>
                  <a:solidFill>
                    <a:prstClr val="black"/>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endParaRPr kumimoji="1" lang="en-US" altLang="ja-JP" sz="1600" b="0" i="0" u="none" strike="noStrike" kern="0" cap="none" spc="0" normalizeH="0" baseline="0" noProof="0" dirty="0">
                  <a:ln>
                    <a:noFill/>
                  </a:ln>
                  <a:solidFill>
                    <a:prstClr val="black"/>
                  </a:solidFill>
                  <a:effectLst/>
                  <a:uLnTx/>
                  <a:uFillTx/>
                </a:endParaRPr>
              </a:p>
              <a:p>
                <a:pPr lvl="0" defTabSz="914400">
                  <a:defRPr/>
                </a:pPr>
                <a:r>
                  <a:rPr kumimoji="1" lang="ja-JP" altLang="en-US" sz="1600" b="0" i="0" u="none" strike="noStrike" kern="0" cap="none" spc="0" normalizeH="0" baseline="0" noProof="0" dirty="0">
                    <a:ln>
                      <a:noFill/>
                    </a:ln>
                    <a:solidFill>
                      <a:prstClr val="black"/>
                    </a:solidFill>
                    <a:effectLst/>
                    <a:uLnTx/>
                    <a:uFillTx/>
                  </a:rPr>
                  <a:t>ループ終了条件</a:t>
                </a:r>
                <a:r>
                  <a:rPr kumimoji="1" lang="en-US" altLang="ja-JP" sz="1600" b="0" i="0" u="none" strike="noStrike" kern="0" cap="none" spc="0" normalizeH="0" baseline="0" noProof="0" dirty="0">
                    <a:ln>
                      <a:noFill/>
                    </a:ln>
                    <a:solidFill>
                      <a:prstClr val="black"/>
                    </a:solidFill>
                    <a:effectLst/>
                    <a:uLnTx/>
                    <a:uFillTx/>
                  </a:rPr>
                  <a:t>A: </a:t>
                </a:r>
                <a14:m>
                  <m:oMath xmlns:m="http://schemas.openxmlformats.org/officeDocument/2006/math">
                    <m:r>
                      <m:rPr>
                        <m:sty m:val="p"/>
                      </m:rPr>
                      <a:rPr kumimoji="1" lang="en-US" altLang="ja-JP" sz="1600" b="0" i="0" u="none" strike="noStrike" kern="0" cap="none" spc="0" normalizeH="0" baseline="0" noProof="0" smtClean="0">
                        <a:ln>
                          <a:noFill/>
                        </a:ln>
                        <a:solidFill>
                          <a:prstClr val="black"/>
                        </a:solidFill>
                        <a:effectLst/>
                        <a:uLnTx/>
                        <a:uFillTx/>
                        <a:latin typeface="Cambria Math" panose="02040503050406030204" pitchFamily="18" charset="0"/>
                      </a:rPr>
                      <m:t>max</m:t>
                    </m:r>
                    <m:r>
                      <a:rPr kumimoji="1" lang="en-US" altLang="ja-JP" sz="1600" b="0" i="0" u="none" strike="noStrike" kern="0" cap="none" spc="0" normalizeH="0" baseline="0" noProof="0" smtClean="0">
                        <a:ln>
                          <a:noFill/>
                        </a:ln>
                        <a:solidFill>
                          <a:prstClr val="black"/>
                        </a:solidFill>
                        <a:effectLst/>
                        <a:uLnTx/>
                        <a:uFillTx/>
                        <a:latin typeface="Cambria Math" panose="02040503050406030204" pitchFamily="18" charset="0"/>
                      </a:rPr>
                      <m:t>(</m:t>
                    </m:r>
                    <m:d>
                      <m:dPr>
                        <m:begChr m:val="|"/>
                        <m:endChr m:val="|"/>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dPr>
                      <m:e>
                        <m:sSubSup>
                          <m:sSubSupPr>
                            <m:ctrlPr>
                              <a:rPr kumimoji="1" lang="en-US" altLang="ja-JP" sz="1600" i="1" kern="0">
                                <a:solidFill>
                                  <a:prstClr val="black"/>
                                </a:solidFill>
                                <a:latin typeface="Cambria Math" panose="02040503050406030204" pitchFamily="18" charset="0"/>
                              </a:rPr>
                            </m:ctrlPr>
                          </m:sSubSupPr>
                          <m:e>
                            <m:r>
                              <a:rPr kumimoji="1" lang="en-US" altLang="ja-JP" sz="1600" i="1" kern="0">
                                <a:solidFill>
                                  <a:prstClr val="black"/>
                                </a:solidFill>
                                <a:latin typeface="Cambria Math" panose="02040503050406030204" pitchFamily="18" charset="0"/>
                              </a:rPr>
                              <m:t>𝑎</m:t>
                            </m:r>
                          </m:e>
                          <m:sub>
                            <m:r>
                              <a:rPr kumimoji="1" lang="en-US" altLang="ja-JP" sz="1600" i="1" kern="0">
                                <a:solidFill>
                                  <a:prstClr val="black"/>
                                </a:solidFill>
                                <a:latin typeface="Cambria Math" panose="02040503050406030204" pitchFamily="18" charset="0"/>
                              </a:rPr>
                              <m:t>𝑘</m:t>
                            </m:r>
                          </m:sub>
                          <m:sup>
                            <m:r>
                              <a:rPr kumimoji="1" lang="en-US" altLang="ja-JP" sz="1600" i="1" kern="0">
                                <a:solidFill>
                                  <a:prstClr val="black"/>
                                </a:solidFill>
                                <a:latin typeface="Cambria Math" panose="02040503050406030204" pitchFamily="18" charset="0"/>
                              </a:rPr>
                              <m:t>𝑛𝑒𝑤</m:t>
                            </m:r>
                          </m:sup>
                        </m:sSubSup>
                        <m:r>
                          <a:rPr kumimoji="1" lang="en-US" altLang="ja-JP" sz="1600" b="0" i="1" kern="0" smtClean="0">
                            <a:solidFill>
                              <a:prstClr val="black"/>
                            </a:solidFill>
                            <a:latin typeface="Cambria Math" panose="02040503050406030204" pitchFamily="18" charset="0"/>
                          </a:rPr>
                          <m:t>−</m:t>
                        </m:r>
                        <m:sSubSup>
                          <m:sSubSupPr>
                            <m:ctrlPr>
                              <a:rPr kumimoji="1" lang="en-US" altLang="ja-JP" sz="1600" i="1" kern="0">
                                <a:solidFill>
                                  <a:prstClr val="black"/>
                                </a:solidFill>
                                <a:latin typeface="Cambria Math" panose="02040503050406030204" pitchFamily="18" charset="0"/>
                              </a:rPr>
                            </m:ctrlPr>
                          </m:sSubSupPr>
                          <m:e>
                            <m:r>
                              <a:rPr kumimoji="1" lang="en-US" altLang="ja-JP" sz="1600" i="1" kern="0">
                                <a:solidFill>
                                  <a:prstClr val="black"/>
                                </a:solidFill>
                                <a:latin typeface="Cambria Math" panose="02040503050406030204" pitchFamily="18" charset="0"/>
                              </a:rPr>
                              <m:t>𝑎</m:t>
                            </m:r>
                          </m:e>
                          <m:sub>
                            <m:r>
                              <a:rPr kumimoji="1" lang="en-US" altLang="ja-JP" sz="1600" i="1" kern="0">
                                <a:solidFill>
                                  <a:prstClr val="black"/>
                                </a:solidFill>
                                <a:latin typeface="Cambria Math" panose="02040503050406030204" pitchFamily="18" charset="0"/>
                              </a:rPr>
                              <m:t>𝑘</m:t>
                            </m:r>
                          </m:sub>
                          <m:sup>
                            <m:r>
                              <a:rPr kumimoji="1" lang="en-US" altLang="ja-JP" sz="1600" b="0" i="1" kern="0" smtClean="0">
                                <a:solidFill>
                                  <a:prstClr val="black"/>
                                </a:solidFill>
                                <a:latin typeface="Cambria Math" panose="02040503050406030204" pitchFamily="18" charset="0"/>
                              </a:rPr>
                              <m:t>𝑜𝑙𝑑</m:t>
                            </m:r>
                          </m:sup>
                        </m:sSubSup>
                      </m:e>
                    </m:d>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)&lt; </m:t>
                    </m:r>
                    <m:sSub>
                      <m:sSub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1" lang="ja-JP" altLang="en-US" sz="1600" b="0" i="1" u="none" strike="noStrike" kern="0" cap="none" spc="0" normalizeH="0" baseline="0" noProof="0" smtClean="0">
                            <a:ln>
                              <a:noFill/>
                            </a:ln>
                            <a:solidFill>
                              <a:prstClr val="black"/>
                            </a:solidFill>
                            <a:effectLst/>
                            <a:uLnTx/>
                            <a:uFillTx/>
                            <a:latin typeface="Cambria Math" panose="02040503050406030204" pitchFamily="18" charset="0"/>
                          </a:rPr>
                          <m:t>𝜖</m:t>
                        </m:r>
                      </m:e>
                      <m: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𝑎</m:t>
                        </m:r>
                      </m:sub>
                    </m:sSub>
                  </m:oMath>
                </a14:m>
                <a:endParaRPr kumimoji="1" lang="en-US" altLang="ja-JP" sz="1600" b="0" i="0" u="none" strike="noStrike" kern="0" cap="none" spc="0" normalizeH="0" baseline="0" noProof="0" dirty="0">
                  <a:ln>
                    <a:noFill/>
                  </a:ln>
                  <a:solidFill>
                    <a:prstClr val="black"/>
                  </a:solidFill>
                  <a:effectLst/>
                  <a:uLnTx/>
                  <a:uFillTx/>
                </a:endParaRPr>
              </a:p>
              <a:p>
                <a:pPr lvl="0" defTabSz="914400">
                  <a:defRPr/>
                </a:pPr>
                <a:r>
                  <a:rPr kumimoji="1" lang="ja-JP" altLang="en-US" sz="1600" b="0" i="0" u="none" strike="noStrike" kern="0" cap="none" spc="0" normalizeH="0" baseline="0" noProof="0" dirty="0">
                    <a:ln>
                      <a:noFill/>
                    </a:ln>
                    <a:solidFill>
                      <a:prstClr val="black"/>
                    </a:solidFill>
                    <a:effectLst/>
                    <a:uLnTx/>
                    <a:uFillTx/>
                  </a:rPr>
                  <a:t>ループ終了条件</a:t>
                </a:r>
                <a:r>
                  <a:rPr kumimoji="1" lang="en-US" altLang="ja-JP" sz="1600" b="0" i="0" u="none" strike="noStrike" kern="0" cap="none" spc="0" normalizeH="0" baseline="0" noProof="0" dirty="0">
                    <a:ln>
                      <a:noFill/>
                    </a:ln>
                    <a:solidFill>
                      <a:prstClr val="black"/>
                    </a:solidFill>
                    <a:effectLst/>
                    <a:uLnTx/>
                    <a:uFillTx/>
                  </a:rPr>
                  <a:t>B: </a:t>
                </a:r>
                <a14:m>
                  <m:oMath xmlns:m="http://schemas.openxmlformats.org/officeDocument/2006/math">
                    <m:r>
                      <m:rPr>
                        <m:sty m:val="p"/>
                      </m:rPr>
                      <a:rPr kumimoji="1" lang="en-US" altLang="ja-JP" sz="1600" b="0" i="0" u="none" strike="noStrike" kern="0" cap="none" spc="0" normalizeH="0" baseline="0" noProof="0" smtClean="0">
                        <a:ln>
                          <a:noFill/>
                        </a:ln>
                        <a:solidFill>
                          <a:prstClr val="black"/>
                        </a:solidFill>
                        <a:effectLst/>
                        <a:uLnTx/>
                        <a:uFillTx/>
                        <a:latin typeface="Cambria Math" panose="02040503050406030204" pitchFamily="18" charset="0"/>
                      </a:rPr>
                      <m:t>max</m:t>
                    </m:r>
                    <m:r>
                      <a:rPr kumimoji="1" lang="en-US" altLang="ja-JP" sz="1600" b="0" i="0" u="none" strike="noStrike" kern="0" cap="none" spc="0" normalizeH="0" baseline="0" noProof="0" smtClean="0">
                        <a:ln>
                          <a:noFill/>
                        </a:ln>
                        <a:solidFill>
                          <a:prstClr val="black"/>
                        </a:solidFill>
                        <a:effectLst/>
                        <a:uLnTx/>
                        <a:uFillTx/>
                        <a:latin typeface="Cambria Math" panose="02040503050406030204" pitchFamily="18" charset="0"/>
                      </a:rPr>
                      <m:t>(</m:t>
                    </m:r>
                    <m:d>
                      <m:dPr>
                        <m:begChr m:val="|"/>
                        <m:endChr m:val="|"/>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dPr>
                      <m:e>
                        <m:sSubSup>
                          <m:sSubSupPr>
                            <m:ctrlPr>
                              <a:rPr kumimoji="1" lang="en-US" altLang="ja-JP" sz="1600" i="1" kern="0">
                                <a:solidFill>
                                  <a:prstClr val="black"/>
                                </a:solidFill>
                                <a:latin typeface="Cambria Math" panose="02040503050406030204" pitchFamily="18" charset="0"/>
                              </a:rPr>
                            </m:ctrlPr>
                          </m:sSubSupPr>
                          <m:e>
                            <m:r>
                              <a:rPr kumimoji="1" lang="en-US" altLang="ja-JP" sz="1600" b="0" i="1" kern="0" smtClean="0">
                                <a:solidFill>
                                  <a:prstClr val="black"/>
                                </a:solidFill>
                                <a:latin typeface="Cambria Math" panose="02040503050406030204" pitchFamily="18" charset="0"/>
                              </a:rPr>
                              <m:t>𝑏</m:t>
                            </m:r>
                          </m:e>
                          <m:sub>
                            <m:r>
                              <a:rPr kumimoji="1" lang="en-US" altLang="ja-JP" sz="1600" i="1" kern="0">
                                <a:solidFill>
                                  <a:prstClr val="black"/>
                                </a:solidFill>
                                <a:latin typeface="Cambria Math" panose="02040503050406030204" pitchFamily="18" charset="0"/>
                              </a:rPr>
                              <m:t>𝑘</m:t>
                            </m:r>
                          </m:sub>
                          <m:sup>
                            <m:r>
                              <a:rPr kumimoji="1" lang="en-US" altLang="ja-JP" sz="1600" i="1" kern="0">
                                <a:solidFill>
                                  <a:prstClr val="black"/>
                                </a:solidFill>
                                <a:latin typeface="Cambria Math" panose="02040503050406030204" pitchFamily="18" charset="0"/>
                              </a:rPr>
                              <m:t>𝑛𝑒𝑤</m:t>
                            </m:r>
                          </m:sup>
                        </m:sSubSup>
                        <m:r>
                          <a:rPr kumimoji="1" lang="en-US" altLang="ja-JP" sz="1600" i="1" kern="0">
                            <a:solidFill>
                              <a:prstClr val="black"/>
                            </a:solidFill>
                            <a:latin typeface="Cambria Math" panose="02040503050406030204" pitchFamily="18" charset="0"/>
                          </a:rPr>
                          <m:t>−</m:t>
                        </m:r>
                        <m:sSubSup>
                          <m:sSubSupPr>
                            <m:ctrlPr>
                              <a:rPr kumimoji="1" lang="en-US" altLang="ja-JP" sz="1600" i="1" kern="0">
                                <a:solidFill>
                                  <a:prstClr val="black"/>
                                </a:solidFill>
                                <a:latin typeface="Cambria Math" panose="02040503050406030204" pitchFamily="18" charset="0"/>
                              </a:rPr>
                            </m:ctrlPr>
                          </m:sSubSupPr>
                          <m:e>
                            <m:r>
                              <a:rPr kumimoji="1" lang="en-US" altLang="ja-JP" sz="1600" b="0" i="1" kern="0" smtClean="0">
                                <a:solidFill>
                                  <a:prstClr val="black"/>
                                </a:solidFill>
                                <a:latin typeface="Cambria Math" panose="02040503050406030204" pitchFamily="18" charset="0"/>
                              </a:rPr>
                              <m:t>𝑏</m:t>
                            </m:r>
                          </m:e>
                          <m:sub>
                            <m:r>
                              <a:rPr kumimoji="1" lang="en-US" altLang="ja-JP" sz="1600" i="1" kern="0">
                                <a:solidFill>
                                  <a:prstClr val="black"/>
                                </a:solidFill>
                                <a:latin typeface="Cambria Math" panose="02040503050406030204" pitchFamily="18" charset="0"/>
                              </a:rPr>
                              <m:t>𝑘</m:t>
                            </m:r>
                          </m:sub>
                          <m:sup>
                            <m:r>
                              <a:rPr kumimoji="1" lang="en-US" altLang="ja-JP" sz="1600" i="1" kern="0">
                                <a:solidFill>
                                  <a:prstClr val="black"/>
                                </a:solidFill>
                                <a:latin typeface="Cambria Math" panose="02040503050406030204" pitchFamily="18" charset="0"/>
                              </a:rPr>
                              <m:t>𝑜𝑙𝑑</m:t>
                            </m:r>
                          </m:sup>
                        </m:sSubSup>
                      </m:e>
                    </m:d>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)&lt; </m:t>
                    </m:r>
                    <m:sSub>
                      <m:sSub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1" lang="ja-JP" altLang="en-US" sz="1600" b="0" i="1" u="none" strike="noStrike" kern="0" cap="none" spc="0" normalizeH="0" baseline="0" noProof="0" smtClean="0">
                            <a:ln>
                              <a:noFill/>
                            </a:ln>
                            <a:solidFill>
                              <a:prstClr val="black"/>
                            </a:solidFill>
                            <a:effectLst/>
                            <a:uLnTx/>
                            <a:uFillTx/>
                            <a:latin typeface="Cambria Math" panose="02040503050406030204" pitchFamily="18" charset="0"/>
                          </a:rPr>
                          <m:t>𝜖</m:t>
                        </m:r>
                      </m:e>
                      <m:sub>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𝑏</m:t>
                        </m:r>
                      </m:sub>
                    </m:sSub>
                  </m:oMath>
                </a14:m>
                <a:endParaRPr kumimoji="1" lang="en-US" altLang="ja-JP" sz="1600" b="0" i="0" u="none" strike="noStrike" kern="0" cap="none" spc="0" normalizeH="0" baseline="0" noProof="0" dirty="0">
                  <a:ln>
                    <a:noFill/>
                  </a:ln>
                  <a:solidFill>
                    <a:prstClr val="black"/>
                  </a:solidFill>
                  <a:effectLst/>
                  <a:uLnTx/>
                  <a:uFillTx/>
                </a:endParaRPr>
              </a:p>
              <a:p>
                <a:pPr lvl="0" defTabSz="914400">
                  <a:defRPr/>
                </a:pPr>
                <a:r>
                  <a:rPr kumimoji="1" lang="ja-JP" altLang="en-US" sz="1600" b="0" i="0" u="none" strike="noStrike" kern="0" cap="none" spc="0" normalizeH="0" baseline="0" noProof="0" dirty="0">
                    <a:ln>
                      <a:noFill/>
                    </a:ln>
                    <a:solidFill>
                      <a:prstClr val="black"/>
                    </a:solidFill>
                    <a:effectLst/>
                    <a:uLnTx/>
                    <a:uFillTx/>
                  </a:rPr>
                  <a:t>ループ終了条件</a:t>
                </a:r>
                <a:r>
                  <a:rPr kumimoji="1" lang="en-US" altLang="ja-JP" sz="1600" b="0" i="0" u="none" strike="noStrike" kern="0" cap="none" spc="0" normalizeH="0" baseline="0" noProof="0" dirty="0">
                    <a:ln>
                      <a:noFill/>
                    </a:ln>
                    <a:solidFill>
                      <a:prstClr val="black"/>
                    </a:solidFill>
                    <a:effectLst/>
                    <a:uLnTx/>
                    <a:uFillTx/>
                  </a:rPr>
                  <a:t>C: </a:t>
                </a:r>
                <a14:m>
                  <m:oMath xmlns:m="http://schemas.openxmlformats.org/officeDocument/2006/math">
                    <m:r>
                      <m:rPr>
                        <m:sty m:val="p"/>
                      </m:rPr>
                      <a:rPr kumimoji="1" lang="en-US" altLang="ja-JP" sz="1600" b="0" i="0" u="none" strike="noStrike" kern="0" cap="none" spc="0" normalizeH="0" baseline="0" noProof="0" smtClean="0">
                        <a:ln>
                          <a:noFill/>
                        </a:ln>
                        <a:solidFill>
                          <a:prstClr val="black"/>
                        </a:solidFill>
                        <a:effectLst/>
                        <a:uLnTx/>
                        <a:uFillTx/>
                        <a:latin typeface="Cambria Math" panose="02040503050406030204" pitchFamily="18" charset="0"/>
                      </a:rPr>
                      <m:t>max</m:t>
                    </m:r>
                    <m:d>
                      <m:d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dPr>
                      <m:e>
                        <m:d>
                          <m:dPr>
                            <m:begChr m:val="|"/>
                            <m:endChr m:val="|"/>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dPr>
                          <m:e>
                            <m:sSubSup>
                              <m:sSubSupPr>
                                <m:ctrlPr>
                                  <a:rPr kumimoji="1" lang="en-US" altLang="ja-JP" sz="1600" i="1" kern="0">
                                    <a:solidFill>
                                      <a:prstClr val="black"/>
                                    </a:solidFill>
                                    <a:latin typeface="Cambria Math" panose="02040503050406030204" pitchFamily="18" charset="0"/>
                                  </a:rPr>
                                </m:ctrlPr>
                              </m:sSubSupPr>
                              <m:e>
                                <m:r>
                                  <a:rPr kumimoji="1" lang="ja-JP" altLang="en-US" sz="1600" i="1" kern="0">
                                    <a:solidFill>
                                      <a:prstClr val="black"/>
                                    </a:solidFill>
                                    <a:latin typeface="Cambria Math" panose="02040503050406030204" pitchFamily="18" charset="0"/>
                                  </a:rPr>
                                  <m:t>𝜃</m:t>
                                </m:r>
                              </m:e>
                              <m:sub>
                                <m:r>
                                  <a:rPr kumimoji="1" lang="en-US" altLang="ja-JP" sz="1600" i="1" kern="0">
                                    <a:solidFill>
                                      <a:prstClr val="black"/>
                                    </a:solidFill>
                                    <a:latin typeface="Cambria Math" panose="02040503050406030204" pitchFamily="18" charset="0"/>
                                  </a:rPr>
                                  <m:t>𝑖</m:t>
                                </m:r>
                              </m:sub>
                              <m:sup>
                                <m:r>
                                  <a:rPr kumimoji="1" lang="en-US" altLang="ja-JP" sz="1600" i="1" kern="0">
                                    <a:solidFill>
                                      <a:prstClr val="black"/>
                                    </a:solidFill>
                                    <a:latin typeface="Cambria Math" panose="02040503050406030204" pitchFamily="18" charset="0"/>
                                  </a:rPr>
                                  <m:t>𝑛𝑒𝑤</m:t>
                                </m:r>
                              </m:sup>
                            </m:sSubSup>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m:t>
                            </m:r>
                            <m:sSubSup>
                              <m:sSubSupPr>
                                <m:ctrlPr>
                                  <a:rPr kumimoji="1" lang="en-US" altLang="ja-JP" sz="1600" i="1" kern="0">
                                    <a:solidFill>
                                      <a:prstClr val="black"/>
                                    </a:solidFill>
                                    <a:latin typeface="Cambria Math" panose="02040503050406030204" pitchFamily="18" charset="0"/>
                                  </a:rPr>
                                </m:ctrlPr>
                              </m:sSubSupPr>
                              <m:e>
                                <m:r>
                                  <a:rPr kumimoji="1" lang="ja-JP" altLang="en-US" sz="1600" i="1" kern="0">
                                    <a:solidFill>
                                      <a:prstClr val="black"/>
                                    </a:solidFill>
                                    <a:latin typeface="Cambria Math" panose="02040503050406030204" pitchFamily="18" charset="0"/>
                                  </a:rPr>
                                  <m:t>𝜃</m:t>
                                </m:r>
                              </m:e>
                              <m:sub>
                                <m:r>
                                  <a:rPr kumimoji="1" lang="en-US" altLang="ja-JP" sz="1600" i="1" kern="0">
                                    <a:solidFill>
                                      <a:prstClr val="black"/>
                                    </a:solidFill>
                                    <a:latin typeface="Cambria Math" panose="02040503050406030204" pitchFamily="18" charset="0"/>
                                  </a:rPr>
                                  <m:t>𝑖</m:t>
                                </m:r>
                              </m:sub>
                              <m:sup>
                                <m:r>
                                  <a:rPr kumimoji="1" lang="en-US" altLang="ja-JP" sz="1600" b="0" i="1" kern="0" smtClean="0">
                                    <a:solidFill>
                                      <a:prstClr val="black"/>
                                    </a:solidFill>
                                    <a:latin typeface="Cambria Math" panose="02040503050406030204" pitchFamily="18" charset="0"/>
                                  </a:rPr>
                                  <m:t>𝑜𝑙𝑑</m:t>
                                </m:r>
                              </m:sup>
                            </m:sSubSup>
                          </m:e>
                        </m:d>
                      </m:e>
                    </m:d>
                    <m: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t>&lt; </m:t>
                    </m:r>
                    <m:sSub>
                      <m:sSubPr>
                        <m:ctrlPr>
                          <a:rPr kumimoji="1" lang="en-US" altLang="ja-JP" sz="1600" b="0" i="1" u="none" strike="noStrike" kern="0" cap="none" spc="0" normalizeH="0" baseline="0" noProof="0" smtClean="0">
                            <a:ln>
                              <a:noFill/>
                            </a:ln>
                            <a:solidFill>
                              <a:prstClr val="black"/>
                            </a:solidFill>
                            <a:effectLst/>
                            <a:uLnTx/>
                            <a:uFillTx/>
                            <a:latin typeface="Cambria Math" panose="02040503050406030204" pitchFamily="18" charset="0"/>
                          </a:rPr>
                        </m:ctrlPr>
                      </m:sSubPr>
                      <m:e>
                        <m:r>
                          <a:rPr kumimoji="1" lang="ja-JP" altLang="en-US" sz="1600" b="0" i="1" u="none" strike="noStrike" kern="0" cap="none" spc="0" normalizeH="0" baseline="0" noProof="0" smtClean="0">
                            <a:ln>
                              <a:noFill/>
                            </a:ln>
                            <a:solidFill>
                              <a:prstClr val="black"/>
                            </a:solidFill>
                            <a:effectLst/>
                            <a:uLnTx/>
                            <a:uFillTx/>
                            <a:latin typeface="Cambria Math" panose="02040503050406030204" pitchFamily="18" charset="0"/>
                          </a:rPr>
                          <m:t>𝜖</m:t>
                        </m:r>
                      </m:e>
                      <m:sub>
                        <m:r>
                          <a:rPr kumimoji="1" lang="ja-JP" altLang="en-US" sz="1600" b="0" i="1" u="none" strike="noStrike" kern="0" cap="none" spc="0" normalizeH="0" baseline="0" noProof="0" smtClean="0">
                            <a:ln>
                              <a:noFill/>
                            </a:ln>
                            <a:solidFill>
                              <a:prstClr val="black"/>
                            </a:solidFill>
                            <a:effectLst/>
                            <a:uLnTx/>
                            <a:uFillTx/>
                            <a:latin typeface="Cambria Math" panose="02040503050406030204" pitchFamily="18" charset="0"/>
                          </a:rPr>
                          <m:t>𝜃</m:t>
                        </m:r>
                      </m:sub>
                    </m:sSub>
                  </m:oMath>
                </a14:m>
                <a:endParaRPr kumimoji="1" lang="en-US" altLang="ja-JP" sz="1600" b="0" i="0" u="none" strike="noStrike" kern="0" cap="none" spc="0" normalizeH="0" baseline="0" noProof="0" dirty="0">
                  <a:ln>
                    <a:noFill/>
                  </a:ln>
                  <a:solidFill>
                    <a:prstClr val="black"/>
                  </a:solidFill>
                  <a:effectLst/>
                  <a:uLnTx/>
                  <a:uFillTx/>
                </a:endParaRPr>
              </a:p>
            </p:txBody>
          </p:sp>
        </mc:Choice>
        <mc:Fallback xmlns="">
          <p:sp>
            <p:nvSpPr>
              <p:cNvPr id="5" name="テキスト ボックス 4">
                <a:extLst>
                  <a:ext uri="{FF2B5EF4-FFF2-40B4-BE49-F238E27FC236}">
                    <a16:creationId xmlns:a16="http://schemas.microsoft.com/office/drawing/2014/main" id="{3F6E97D5-FC9B-3918-5BB5-487E25F3871F}"/>
                  </a:ext>
                </a:extLst>
              </p:cNvPr>
              <p:cNvSpPr txBox="1">
                <a:spLocks noRot="1" noChangeAspect="1" noMove="1" noResize="1" noEditPoints="1" noAdjustHandles="1" noChangeArrowheads="1" noChangeShapeType="1" noTextEdit="1"/>
              </p:cNvSpPr>
              <p:nvPr/>
            </p:nvSpPr>
            <p:spPr>
              <a:xfrm>
                <a:off x="192990" y="3202101"/>
                <a:ext cx="8423565" cy="3572260"/>
              </a:xfrm>
              <a:prstGeom prst="rect">
                <a:avLst/>
              </a:prstGeom>
              <a:blipFill>
                <a:blip r:embed="rId2"/>
                <a:stretch>
                  <a:fillRect l="-434" t="-512" b="-34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D8203E3D-808D-F306-8F21-9D7AD8EB2C88}"/>
                  </a:ext>
                </a:extLst>
              </p:cNvPr>
              <p:cNvSpPr txBox="1"/>
              <p:nvPr/>
            </p:nvSpPr>
            <p:spPr>
              <a:xfrm>
                <a:off x="192990" y="2006065"/>
                <a:ext cx="8423565" cy="1077218"/>
              </a:xfrm>
              <a:prstGeom prst="rect">
                <a:avLst/>
              </a:prstGeom>
              <a:noFill/>
              <a:ln w="28575">
                <a:solidFill>
                  <a:srgbClr val="00B050"/>
                </a:solidFill>
              </a:ln>
            </p:spPr>
            <p:txBody>
              <a:bodyPr wrap="square" rtlCol="0">
                <a:sp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新たに開発した</a:t>
                </a:r>
                <a:r>
                  <a:rPr kumimoji="1" lang="en-US" altLang="ja-JP" sz="1600" b="1" dirty="0">
                    <a:latin typeface="Meiryo UI" panose="020B0604030504040204" pitchFamily="50" charset="-128"/>
                    <a:ea typeface="Meiryo UI" panose="020B0604030504040204" pitchFamily="50" charset="-128"/>
                  </a:rPr>
                  <a:t>IRT</a:t>
                </a:r>
                <a:r>
                  <a:rPr kumimoji="1" lang="ja-JP" altLang="en-US" sz="1600" b="1" dirty="0">
                    <a:latin typeface="Meiryo UI" panose="020B0604030504040204" pitchFamily="50" charset="-128"/>
                    <a:ea typeface="Meiryo UI" panose="020B0604030504040204" pitchFamily="50" charset="-128"/>
                  </a:rPr>
                  <a:t>アルゴリズムの概要</a:t>
                </a:r>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a:t>
                </a:r>
                <a:r>
                  <a:rPr kumimoji="1" lang="en-US" altLang="ja-JP" sz="1600" b="1" dirty="0">
                    <a:latin typeface="Meiryo UI" panose="020B0604030504040204" pitchFamily="50" charset="-128"/>
                    <a:ea typeface="Meiryo UI" panose="020B0604030504040204" pitchFamily="50" charset="-128"/>
                  </a:rPr>
                  <a:t>2PL</a:t>
                </a:r>
                <a:r>
                  <a:rPr kumimoji="1" lang="ja-JP" altLang="en-US" sz="1600" b="1" dirty="0">
                    <a:latin typeface="Meiryo UI" panose="020B0604030504040204" pitchFamily="50" charset="-128"/>
                    <a:ea typeface="Meiryo UI" panose="020B0604030504040204" pitchFamily="50" charset="-128"/>
                  </a:rPr>
                  <a:t> </a:t>
                </a:r>
                <a:r>
                  <a:rPr kumimoji="1" lang="en-US" altLang="ja-JP" sz="1600" b="1" dirty="0">
                    <a:latin typeface="Meiryo UI" panose="020B0604030504040204" pitchFamily="50" charset="-128"/>
                    <a:ea typeface="Meiryo UI" panose="020B0604030504040204" pitchFamily="50" charset="-128"/>
                  </a:rPr>
                  <a:t>logit model</a:t>
                </a:r>
                <a:r>
                  <a:rPr kumimoji="1" lang="ja-JP" altLang="en-US" sz="1600" b="1" dirty="0">
                    <a:latin typeface="Meiryo UI" panose="020B0604030504040204" pitchFamily="50" charset="-128"/>
                    <a:ea typeface="Meiryo UI" panose="020B0604030504040204" pitchFamily="50" charset="-128"/>
                  </a:rPr>
                  <a:t>を仮定）</a:t>
                </a:r>
                <a:endParaRPr kumimoji="1" lang="en-US" altLang="ja-JP" sz="1600" b="1"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問題数</a:t>
                </a:r>
                <a14:m>
                  <m:oMath xmlns:m="http://schemas.openxmlformats.org/officeDocument/2006/math">
                    <m:r>
                      <a:rPr kumimoji="1" lang="en-US" altLang="ja-JP" sz="1600" b="0" i="1" smtClean="0">
                        <a:latin typeface="Cambria Math" panose="02040503050406030204" pitchFamily="18" charset="0"/>
                        <a:ea typeface="Meiryo UI" panose="020B0604030504040204" pitchFamily="50" charset="-128"/>
                      </a:rPr>
                      <m:t>𝑀</m:t>
                    </m:r>
                  </m:oMath>
                </a14:m>
                <a:r>
                  <a:rPr kumimoji="1" lang="ja-JP" altLang="en-US" sz="1600" dirty="0">
                    <a:latin typeface="Meiryo UI" panose="020B0604030504040204" pitchFamily="50" charset="-128"/>
                    <a:ea typeface="Meiryo UI" panose="020B0604030504040204" pitchFamily="50" charset="-128"/>
                  </a:rPr>
                  <a:t>、サンプルサイズ</a:t>
                </a:r>
                <a14:m>
                  <m:oMath xmlns:m="http://schemas.openxmlformats.org/officeDocument/2006/math">
                    <m:r>
                      <a:rPr kumimoji="1" lang="en-US" altLang="ja-JP" sz="1600" b="0" i="1" smtClean="0">
                        <a:latin typeface="Cambria Math" panose="02040503050406030204" pitchFamily="18" charset="0"/>
                        <a:ea typeface="Meiryo UI" panose="020B0604030504040204" pitchFamily="50" charset="-128"/>
                      </a:rPr>
                      <m:t>𝑁</m:t>
                    </m:r>
                  </m:oMath>
                </a14:m>
                <a:r>
                  <a:rPr kumimoji="1" lang="ja-JP" altLang="en-US" sz="1600" dirty="0">
                    <a:latin typeface="Meiryo UI" panose="020B0604030504040204" pitchFamily="50" charset="-128"/>
                    <a:ea typeface="Meiryo UI" panose="020B0604030504040204" pitchFamily="50" charset="-128"/>
                  </a:rPr>
                  <a:t>（</a:t>
                </a:r>
                <a:r>
                  <a:rPr kumimoji="1" lang="en-US" altLang="ja-JP" sz="1600" dirty="0">
                    <a:latin typeface="Meiryo UI" panose="020B0604030504040204" pitchFamily="50" charset="-128"/>
                    <a:ea typeface="Meiryo UI" panose="020B0604030504040204" pitchFamily="50" charset="-128"/>
                  </a:rPr>
                  <a:t>LLM</a:t>
                </a:r>
                <a:r>
                  <a:rPr kumimoji="1" lang="ja-JP" altLang="en-US" sz="1600" dirty="0">
                    <a:latin typeface="Meiryo UI" panose="020B0604030504040204" pitchFamily="50" charset="-128"/>
                    <a:ea typeface="Meiryo UI" panose="020B0604030504040204" pitchFamily="50" charset="-128"/>
                  </a:rPr>
                  <a:t>の数）のときに得られる</a:t>
                </a:r>
                <a:r>
                  <a:rPr kumimoji="1" lang="en-US" altLang="ja-JP" sz="1600" dirty="0">
                    <a:latin typeface="Meiryo UI" panose="020B0604030504040204" pitchFamily="50" charset="-128"/>
                    <a:ea typeface="Meiryo UI" panose="020B0604030504040204" pitchFamily="50" charset="-128"/>
                  </a:rPr>
                  <a:t>LLM</a:t>
                </a:r>
                <a:r>
                  <a:rPr kumimoji="1" lang="ja-JP" altLang="en-US" sz="1600" dirty="0">
                    <a:latin typeface="Meiryo UI" panose="020B0604030504040204" pitchFamily="50" charset="-128"/>
                    <a:ea typeface="Meiryo UI" panose="020B0604030504040204" pitchFamily="50" charset="-128"/>
                  </a:rPr>
                  <a:t>の正答確率データ列</a:t>
                </a:r>
                <a14:m>
                  <m:oMath xmlns:m="http://schemas.openxmlformats.org/officeDocument/2006/math">
                    <m:d>
                      <m:dPr>
                        <m:ctrlPr>
                          <a:rPr kumimoji="1" lang="en-US" altLang="ja-JP" sz="1600" i="1" kern="0">
                            <a:solidFill>
                              <a:prstClr val="black"/>
                            </a:solidFill>
                            <a:latin typeface="Cambria Math" panose="02040503050406030204" pitchFamily="18" charset="0"/>
                          </a:rPr>
                        </m:ctrlPr>
                      </m:dPr>
                      <m:e>
                        <m:sSub>
                          <m:sSubPr>
                            <m:ctrlPr>
                              <a:rPr kumimoji="1" lang="en-US" altLang="ja-JP" sz="1600" i="1" kern="0">
                                <a:solidFill>
                                  <a:prstClr val="black"/>
                                </a:solidFill>
                                <a:latin typeface="Cambria Math" panose="02040503050406030204" pitchFamily="18" charset="0"/>
                              </a:rPr>
                            </m:ctrlPr>
                          </m:sSubPr>
                          <m:e>
                            <m:r>
                              <a:rPr kumimoji="1" lang="en-US" altLang="ja-JP" sz="1600" i="1" kern="0">
                                <a:solidFill>
                                  <a:prstClr val="black"/>
                                </a:solidFill>
                                <a:latin typeface="Cambria Math" panose="02040503050406030204" pitchFamily="18" charset="0"/>
                              </a:rPr>
                              <m:t>𝑝</m:t>
                            </m:r>
                          </m:e>
                          <m:sub>
                            <m:r>
                              <a:rPr kumimoji="1" lang="en-US" altLang="ja-JP" sz="1600" i="1" kern="0">
                                <a:solidFill>
                                  <a:prstClr val="black"/>
                                </a:solidFill>
                                <a:latin typeface="Cambria Math" panose="02040503050406030204" pitchFamily="18" charset="0"/>
                              </a:rPr>
                              <m:t>𝑘𝑖</m:t>
                            </m:r>
                          </m:sub>
                        </m:sSub>
                      </m:e>
                    </m:d>
                    <m:r>
                      <a:rPr kumimoji="1" lang="en-US" altLang="ja-JP" sz="1600" b="0" i="1" kern="0" smtClean="0">
                        <a:solidFill>
                          <a:prstClr val="black"/>
                        </a:solidFill>
                        <a:latin typeface="Cambria Math" panose="02040503050406030204" pitchFamily="18" charset="0"/>
                      </a:rPr>
                      <m:t> </m:t>
                    </m:r>
                  </m:oMath>
                </a14:m>
                <a:endParaRPr kumimoji="1" lang="en-US" altLang="ja-JP" sz="1600" b="0" i="1" kern="0" dirty="0">
                  <a:solidFill>
                    <a:prstClr val="black"/>
                  </a:solidFill>
                  <a:latin typeface="Cambria Math" panose="02040503050406030204" pitchFamily="18" charset="0"/>
                </a:endParaRPr>
              </a:p>
              <a:p>
                <a:r>
                  <a:rPr kumimoji="1" lang="en-US" altLang="ja-JP" sz="1600" b="0" kern="0" dirty="0">
                    <a:solidFill>
                      <a:prstClr val="black"/>
                    </a:solidFill>
                  </a:rPr>
                  <a:t>   </a:t>
                </a:r>
                <a14:m>
                  <m:oMath xmlns:m="http://schemas.openxmlformats.org/officeDocument/2006/math">
                    <m:r>
                      <a:rPr kumimoji="1" lang="en-US" altLang="ja-JP" sz="1600" b="0" i="1" kern="0" smtClean="0">
                        <a:solidFill>
                          <a:prstClr val="black"/>
                        </a:solidFill>
                        <a:latin typeface="Cambria Math" panose="02040503050406030204" pitchFamily="18" charset="0"/>
                      </a:rPr>
                      <m:t>( 1</m:t>
                    </m:r>
                    <m:r>
                      <a:rPr kumimoji="1" lang="en-US" altLang="ja-JP" sz="1600" b="0" i="1" kern="0" smtClean="0">
                        <a:solidFill>
                          <a:prstClr val="black"/>
                        </a:solidFill>
                        <a:latin typeface="Cambria Math" panose="02040503050406030204" pitchFamily="18" charset="0"/>
                        <a:ea typeface="Cambria Math" panose="02040503050406030204" pitchFamily="18" charset="0"/>
                      </a:rPr>
                      <m:t>≤</m:t>
                    </m:r>
                    <m:r>
                      <a:rPr kumimoji="1" lang="en-US" altLang="ja-JP" sz="1600" b="0" i="1" kern="0" smtClean="0">
                        <a:solidFill>
                          <a:prstClr val="black"/>
                        </a:solidFill>
                        <a:latin typeface="Cambria Math" panose="02040503050406030204" pitchFamily="18" charset="0"/>
                        <a:ea typeface="Cambria Math" panose="02040503050406030204" pitchFamily="18" charset="0"/>
                      </a:rPr>
                      <m:t>𝑘</m:t>
                    </m:r>
                    <m:r>
                      <a:rPr kumimoji="1" lang="en-US" altLang="ja-JP" sz="1600" b="0" i="1" kern="0" smtClean="0">
                        <a:solidFill>
                          <a:prstClr val="black"/>
                        </a:solidFill>
                        <a:latin typeface="Cambria Math" panose="02040503050406030204" pitchFamily="18" charset="0"/>
                        <a:ea typeface="Cambria Math" panose="02040503050406030204" pitchFamily="18" charset="0"/>
                      </a:rPr>
                      <m:t>≤</m:t>
                    </m:r>
                    <m:r>
                      <a:rPr kumimoji="1" lang="en-US" altLang="ja-JP" sz="1600" b="0" i="1" kern="0" smtClean="0">
                        <a:solidFill>
                          <a:prstClr val="black"/>
                        </a:solidFill>
                        <a:latin typeface="Cambria Math" panose="02040503050406030204" pitchFamily="18" charset="0"/>
                        <a:ea typeface="Cambria Math" panose="02040503050406030204" pitchFamily="18" charset="0"/>
                      </a:rPr>
                      <m:t>𝑀</m:t>
                    </m:r>
                    <m:r>
                      <a:rPr kumimoji="1" lang="en-US" altLang="ja-JP" sz="1600" b="0" i="1" kern="0" smtClean="0">
                        <a:solidFill>
                          <a:prstClr val="black"/>
                        </a:solidFill>
                        <a:latin typeface="Cambria Math" panose="02040503050406030204" pitchFamily="18" charset="0"/>
                        <a:ea typeface="Cambria Math" panose="02040503050406030204" pitchFamily="18" charset="0"/>
                      </a:rPr>
                      <m:t>,  1≤</m:t>
                    </m:r>
                    <m:r>
                      <a:rPr kumimoji="1" lang="en-US" altLang="ja-JP" sz="1600" b="0" i="1" kern="0" smtClean="0">
                        <a:solidFill>
                          <a:prstClr val="black"/>
                        </a:solidFill>
                        <a:latin typeface="Cambria Math" panose="02040503050406030204" pitchFamily="18" charset="0"/>
                        <a:ea typeface="Cambria Math" panose="02040503050406030204" pitchFamily="18" charset="0"/>
                      </a:rPr>
                      <m:t>𝑖</m:t>
                    </m:r>
                    <m:r>
                      <a:rPr kumimoji="1" lang="en-US" altLang="ja-JP" sz="1600" b="0" i="1" kern="0" smtClean="0">
                        <a:solidFill>
                          <a:prstClr val="black"/>
                        </a:solidFill>
                        <a:latin typeface="Cambria Math" panose="02040503050406030204" pitchFamily="18" charset="0"/>
                        <a:ea typeface="Cambria Math" panose="02040503050406030204" pitchFamily="18" charset="0"/>
                      </a:rPr>
                      <m:t>≤</m:t>
                    </m:r>
                    <m:r>
                      <a:rPr kumimoji="1" lang="en-US" altLang="ja-JP" sz="1600" b="0" i="1" kern="0" smtClean="0">
                        <a:solidFill>
                          <a:prstClr val="black"/>
                        </a:solidFill>
                        <a:latin typeface="Cambria Math" panose="02040503050406030204" pitchFamily="18" charset="0"/>
                        <a:ea typeface="Cambria Math" panose="02040503050406030204" pitchFamily="18" charset="0"/>
                      </a:rPr>
                      <m:t>𝑁</m:t>
                    </m:r>
                    <m:r>
                      <a:rPr kumimoji="1" lang="en-US" altLang="ja-JP" sz="1600" b="0" i="1" kern="0" smtClean="0">
                        <a:solidFill>
                          <a:prstClr val="black"/>
                        </a:solidFill>
                        <a:latin typeface="Cambria Math" panose="02040503050406030204" pitchFamily="18" charset="0"/>
                      </a:rPr>
                      <m:t>) </m:t>
                    </m:r>
                  </m:oMath>
                </a14:m>
                <a:r>
                  <a:rPr kumimoji="1" lang="ja-JP" altLang="en-US" sz="1600" dirty="0">
                    <a:latin typeface="Meiryo UI" panose="020B0604030504040204" pitchFamily="50" charset="-128"/>
                    <a:ea typeface="Meiryo UI" panose="020B0604030504040204" pitchFamily="50" charset="-128"/>
                  </a:rPr>
                  <a:t>に対し、</a:t>
                </a:r>
                <a:r>
                  <a:rPr kumimoji="1" lang="ja-JP" altLang="en-US" sz="1600" b="1" dirty="0">
                    <a:latin typeface="Meiryo UI" panose="020B0604030504040204" pitchFamily="50" charset="-128"/>
                    <a:ea typeface="Meiryo UI" panose="020B0604030504040204" pitchFamily="50" charset="-128"/>
                  </a:rPr>
                  <a:t>以下の</a:t>
                </a:r>
                <a:r>
                  <a:rPr kumimoji="1" lang="en-US" altLang="ja-JP" sz="1600" b="1" dirty="0">
                    <a:latin typeface="Meiryo UI" panose="020B0604030504040204" pitchFamily="50" charset="-128"/>
                    <a:ea typeface="Meiryo UI" panose="020B0604030504040204" pitchFamily="50" charset="-128"/>
                  </a:rPr>
                  <a:t>step 1</a:t>
                </a:r>
                <a:r>
                  <a:rPr kumimoji="1" lang="ja-JP" altLang="en-US" sz="1600" b="1" dirty="0">
                    <a:latin typeface="Meiryo UI" panose="020B0604030504040204" pitchFamily="50" charset="-128"/>
                    <a:ea typeface="Meiryo UI" panose="020B0604030504040204" pitchFamily="50" charset="-128"/>
                  </a:rPr>
                  <a:t>と</a:t>
                </a:r>
                <a:r>
                  <a:rPr kumimoji="1" lang="en-US" altLang="ja-JP" sz="1600" b="1" dirty="0">
                    <a:latin typeface="Meiryo UI" panose="020B0604030504040204" pitchFamily="50" charset="-128"/>
                    <a:ea typeface="Meiryo UI" panose="020B0604030504040204" pitchFamily="50" charset="-128"/>
                  </a:rPr>
                  <a:t>2</a:t>
                </a:r>
                <a:r>
                  <a:rPr kumimoji="1" lang="ja-JP" altLang="en-US" sz="1600" b="1" dirty="0">
                    <a:latin typeface="Meiryo UI" panose="020B0604030504040204" pitchFamily="50" charset="-128"/>
                    <a:ea typeface="Meiryo UI" panose="020B0604030504040204" pitchFamily="50" charset="-128"/>
                  </a:rPr>
                  <a:t>を、ループ終了条件</a:t>
                </a:r>
                <a:r>
                  <a:rPr kumimoji="1" lang="en-US" altLang="ja-JP" sz="1600" b="1" dirty="0">
                    <a:latin typeface="Meiryo UI" panose="020B0604030504040204" pitchFamily="50" charset="-128"/>
                    <a:ea typeface="Meiryo UI" panose="020B0604030504040204" pitchFamily="50" charset="-128"/>
                  </a:rPr>
                  <a:t>A~C</a:t>
                </a:r>
                <a:r>
                  <a:rPr kumimoji="1" lang="ja-JP" altLang="en-US" sz="1600" b="1" dirty="0">
                    <a:latin typeface="Meiryo UI" panose="020B0604030504040204" pitchFamily="50" charset="-128"/>
                    <a:ea typeface="Meiryo UI" panose="020B0604030504040204" pitchFamily="50" charset="-128"/>
                  </a:rPr>
                  <a:t>が満たされるまで  　</a:t>
                </a:r>
                <a:endParaRPr kumimoji="1" lang="en-US" altLang="ja-JP" sz="1600" b="1" dirty="0">
                  <a:latin typeface="Meiryo UI" panose="020B0604030504040204" pitchFamily="50" charset="-128"/>
                  <a:ea typeface="Meiryo UI" panose="020B0604030504040204" pitchFamily="50" charset="-128"/>
                </a:endParaRPr>
              </a:p>
              <a:p>
                <a:r>
                  <a:rPr kumimoji="1" lang="ja-JP" altLang="en-US" sz="1600" b="1" dirty="0">
                    <a:latin typeface="Meiryo UI" panose="020B0604030504040204" pitchFamily="50" charset="-128"/>
                    <a:ea typeface="Meiryo UI" panose="020B0604030504040204" pitchFamily="50" charset="-128"/>
                  </a:rPr>
                  <a:t> （つまり、各パラメータが収束したとみなされるまで）繰り返す</a:t>
                </a:r>
                <a:endParaRPr kumimoji="1" lang="en-US" altLang="ja-JP" sz="1600" b="1" dirty="0">
                  <a:latin typeface="Meiryo UI" panose="020B0604030504040204" pitchFamily="50" charset="-128"/>
                  <a:ea typeface="Meiryo UI" panose="020B0604030504040204" pitchFamily="50" charset="-128"/>
                </a:endParaRPr>
              </a:p>
            </p:txBody>
          </p:sp>
        </mc:Choice>
        <mc:Fallback xmlns="">
          <p:sp>
            <p:nvSpPr>
              <p:cNvPr id="6" name="テキスト ボックス 5">
                <a:extLst>
                  <a:ext uri="{FF2B5EF4-FFF2-40B4-BE49-F238E27FC236}">
                    <a16:creationId xmlns:a16="http://schemas.microsoft.com/office/drawing/2014/main" id="{D8203E3D-808D-F306-8F21-9D7AD8EB2C88}"/>
                  </a:ext>
                </a:extLst>
              </p:cNvPr>
              <p:cNvSpPr txBox="1">
                <a:spLocks noRot="1" noChangeAspect="1" noMove="1" noResize="1" noEditPoints="1" noAdjustHandles="1" noChangeArrowheads="1" noChangeShapeType="1" noTextEdit="1"/>
              </p:cNvSpPr>
              <p:nvPr/>
            </p:nvSpPr>
            <p:spPr>
              <a:xfrm>
                <a:off x="192990" y="2006065"/>
                <a:ext cx="8423565" cy="1077218"/>
              </a:xfrm>
              <a:prstGeom prst="rect">
                <a:avLst/>
              </a:prstGeom>
              <a:blipFill>
                <a:blip r:embed="rId3"/>
                <a:stretch>
                  <a:fillRect l="-289" t="-549" b="-4396"/>
                </a:stretch>
              </a:blipFill>
              <a:ln w="28575">
                <a:solidFill>
                  <a:srgbClr val="00B050"/>
                </a:solidFill>
              </a:ln>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A80BA243-5CBC-C4BE-7D01-C55FC4E468FC}"/>
              </a:ext>
            </a:extLst>
          </p:cNvPr>
          <p:cNvSpPr txBox="1"/>
          <p:nvPr/>
        </p:nvSpPr>
        <p:spPr>
          <a:xfrm>
            <a:off x="0" y="806983"/>
            <a:ext cx="8961646" cy="830997"/>
          </a:xfrm>
          <a:prstGeom prst="rect">
            <a:avLst/>
          </a:prstGeom>
          <a:solidFill>
            <a:schemeClr val="bg1"/>
          </a:solid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rPr>
              <a:t>✓個々の各項目に対する反応（</a:t>
            </a:r>
            <a:r>
              <a:rPr kumimoji="1" lang="en-US" altLang="ja-JP" sz="1600" dirty="0">
                <a:latin typeface="Meiryo UI" panose="020B0604030504040204" pitchFamily="50" charset="-128"/>
                <a:ea typeface="Meiryo UI" panose="020B0604030504040204" pitchFamily="50" charset="-128"/>
              </a:rPr>
              <a:t>0</a:t>
            </a:r>
            <a:r>
              <a:rPr kumimoji="1" lang="ja-JP" altLang="en-US" sz="1600" dirty="0">
                <a:latin typeface="Meiryo UI" panose="020B0604030504040204" pitchFamily="50" charset="-128"/>
                <a:ea typeface="Meiryo UI" panose="020B0604030504040204" pitchFamily="50" charset="-128"/>
              </a:rPr>
              <a:t>（不正解）</a:t>
            </a:r>
            <a:r>
              <a:rPr kumimoji="1" lang="en-US" altLang="ja-JP" sz="1600" dirty="0">
                <a:latin typeface="Meiryo UI" panose="020B0604030504040204" pitchFamily="50" charset="-128"/>
                <a:ea typeface="Meiryo UI" panose="020B0604030504040204" pitchFamily="50" charset="-128"/>
              </a:rPr>
              <a:t>/1</a:t>
            </a:r>
            <a:r>
              <a:rPr kumimoji="1" lang="ja-JP" altLang="en-US" sz="1600" dirty="0">
                <a:latin typeface="Meiryo UI" panose="020B0604030504040204" pitchFamily="50" charset="-128"/>
                <a:ea typeface="Meiryo UI" panose="020B0604030504040204" pitchFamily="50" charset="-128"/>
              </a:rPr>
              <a:t>（正解））のバイナリーデータ</a:t>
            </a:r>
            <a:r>
              <a:rPr kumimoji="1" lang="en-US" altLang="ja-JP" sz="1600" baseline="30000" dirty="0">
                <a:latin typeface="Meiryo UI" panose="020B0604030504040204" pitchFamily="50" charset="-128"/>
                <a:ea typeface="Meiryo UI" panose="020B0604030504040204" pitchFamily="50" charset="-128"/>
              </a:rPr>
              <a:t>※</a:t>
            </a:r>
            <a:r>
              <a:rPr kumimoji="1" lang="ja-JP" altLang="en-US" sz="1600" dirty="0">
                <a:latin typeface="Meiryo UI" panose="020B0604030504040204" pitchFamily="50" charset="-128"/>
                <a:ea typeface="Meiryo UI" panose="020B0604030504040204" pitchFamily="50" charset="-128"/>
              </a:rPr>
              <a:t>の代わりに、</a:t>
            </a:r>
            <a:endParaRPr kumimoji="1" lang="en-US" altLang="ja-JP" sz="16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   </a:t>
            </a:r>
            <a:r>
              <a:rPr kumimoji="1" lang="en-US" altLang="ja-JP" sz="1600" dirty="0">
                <a:latin typeface="Meiryo UI" panose="020B0604030504040204" pitchFamily="50" charset="-128"/>
                <a:ea typeface="Meiryo UI" panose="020B0604030504040204" pitchFamily="50" charset="-128"/>
              </a:rPr>
              <a:t>LLM</a:t>
            </a:r>
            <a:r>
              <a:rPr kumimoji="1" lang="ja-JP" altLang="en-US" sz="1600" dirty="0">
                <a:latin typeface="Meiryo UI" panose="020B0604030504040204" pitchFamily="50" charset="-128"/>
                <a:ea typeface="Meiryo UI" panose="020B0604030504040204" pitchFamily="50" charset="-128"/>
              </a:rPr>
              <a:t>の場合、</a:t>
            </a:r>
            <a:r>
              <a:rPr kumimoji="1" lang="ja-JP" altLang="en-US" sz="1600" dirty="0">
                <a:solidFill>
                  <a:srgbClr val="FF0000"/>
                </a:solidFill>
                <a:latin typeface="Meiryo UI" panose="020B0604030504040204" pitchFamily="50" charset="-128"/>
                <a:ea typeface="Meiryo UI" panose="020B0604030504040204" pitchFamily="50" charset="-128"/>
              </a:rPr>
              <a:t>正答確率のデータ列を用いることで、より少ないサンプルサイズでの分析が可能にならないか？</a:t>
            </a:r>
            <a:endParaRPr kumimoji="1" lang="en-US" altLang="ja-JP" sz="1600" dirty="0">
              <a:solidFill>
                <a:srgbClr val="FF0000"/>
              </a:solidFill>
              <a:latin typeface="Meiryo UI" panose="020B0604030504040204" pitchFamily="50" charset="-128"/>
              <a:ea typeface="Meiryo UI" panose="020B0604030504040204" pitchFamily="50" charset="-128"/>
            </a:endParaRPr>
          </a:p>
          <a:p>
            <a:pPr algn="r"/>
            <a:r>
              <a:rPr kumimoji="1" lang="ja-JP" altLang="en-US" sz="1600" dirty="0">
                <a:latin typeface="Meiryo UI" panose="020B0604030504040204" pitchFamily="50" charset="-128"/>
                <a:ea typeface="Meiryo UI" panose="020B0604030504040204" pitchFamily="50" charset="-128"/>
              </a:rPr>
              <a:t>　</a:t>
            </a:r>
            <a:r>
              <a:rPr kumimoji="1" lang="en-US" altLang="ja-JP" sz="1200" dirty="0">
                <a:latin typeface="Meiryo UI" panose="020B0604030504040204" pitchFamily="50" charset="-128"/>
                <a:ea typeface="Meiryo UI" panose="020B0604030504040204" pitchFamily="50" charset="-128"/>
              </a:rPr>
              <a:t>※</a:t>
            </a:r>
            <a:r>
              <a:rPr kumimoji="1" lang="ja-JP" altLang="en-US" sz="1200" dirty="0">
                <a:latin typeface="Meiryo UI" panose="020B0604030504040204" pitchFamily="50" charset="-128"/>
                <a:ea typeface="Meiryo UI" panose="020B0604030504040204" pitchFamily="50" charset="-128"/>
              </a:rPr>
              <a:t>バイナリーデータでの</a:t>
            </a:r>
            <a:r>
              <a:rPr kumimoji="1" lang="en-US" altLang="ja-JP" sz="1200" dirty="0">
                <a:latin typeface="Meiryo UI" panose="020B0604030504040204" pitchFamily="50" charset="-128"/>
                <a:ea typeface="Meiryo UI" panose="020B0604030504040204" pitchFamily="50" charset="-128"/>
              </a:rPr>
              <a:t>IRT</a:t>
            </a:r>
            <a:r>
              <a:rPr kumimoji="1" lang="ja-JP" altLang="en-US" sz="1200" dirty="0">
                <a:latin typeface="Meiryo UI" panose="020B0604030504040204" pitchFamily="50" charset="-128"/>
                <a:ea typeface="Meiryo UI" panose="020B0604030504040204" pitchFamily="50" charset="-128"/>
              </a:rPr>
              <a:t>分析はすでに学力調査でよく行われるようになっているが、サンプルサイズ</a:t>
            </a:r>
            <a:r>
              <a:rPr kumimoji="1" lang="en-US" altLang="ja-JP" sz="1200" dirty="0">
                <a:latin typeface="Meiryo UI" panose="020B0604030504040204" pitchFamily="50" charset="-128"/>
                <a:ea typeface="Meiryo UI" panose="020B0604030504040204" pitchFamily="50" charset="-128"/>
              </a:rPr>
              <a:t>1,000</a:t>
            </a:r>
            <a:r>
              <a:rPr kumimoji="1" lang="ja-JP" altLang="en-US" sz="1200" dirty="0">
                <a:latin typeface="Meiryo UI" panose="020B0604030504040204" pitchFamily="50" charset="-128"/>
                <a:ea typeface="Meiryo UI" panose="020B0604030504040204" pitchFamily="50" charset="-128"/>
              </a:rPr>
              <a:t>程度ないとつらい</a:t>
            </a:r>
            <a:endParaRPr kumimoji="1" lang="en-US" altLang="ja-JP" sz="1600" dirty="0">
              <a:latin typeface="Meiryo UI" panose="020B0604030504040204" pitchFamily="50" charset="-128"/>
              <a:ea typeface="Meiryo UI" panose="020B0604030504040204" pitchFamily="50" charset="-128"/>
            </a:endParaRPr>
          </a:p>
        </p:txBody>
      </p:sp>
      <p:sp>
        <p:nvSpPr>
          <p:cNvPr id="7" name="二等辺三角形 6">
            <a:extLst>
              <a:ext uri="{FF2B5EF4-FFF2-40B4-BE49-F238E27FC236}">
                <a16:creationId xmlns:a16="http://schemas.microsoft.com/office/drawing/2014/main" id="{5A734FFF-1760-DDC6-3712-E98756D9CB84}"/>
              </a:ext>
            </a:extLst>
          </p:cNvPr>
          <p:cNvSpPr/>
          <p:nvPr/>
        </p:nvSpPr>
        <p:spPr>
          <a:xfrm rot="10800000">
            <a:off x="3772040" y="1665490"/>
            <a:ext cx="1265464" cy="267928"/>
          </a:xfrm>
          <a:prstGeom prst="triangl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右中かっこ 7">
            <a:extLst>
              <a:ext uri="{FF2B5EF4-FFF2-40B4-BE49-F238E27FC236}">
                <a16:creationId xmlns:a16="http://schemas.microsoft.com/office/drawing/2014/main" id="{24499EC2-8BF1-A785-A92C-828B6472A578}"/>
              </a:ext>
            </a:extLst>
          </p:cNvPr>
          <p:cNvSpPr/>
          <p:nvPr/>
        </p:nvSpPr>
        <p:spPr>
          <a:xfrm>
            <a:off x="7324227" y="3202101"/>
            <a:ext cx="361508" cy="2413591"/>
          </a:xfrm>
          <a:prstGeom prst="rightBrace">
            <a:avLst>
              <a:gd name="adj1" fmla="val 67156"/>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 name="四角形: 角を丸くする 8">
            <a:extLst>
              <a:ext uri="{FF2B5EF4-FFF2-40B4-BE49-F238E27FC236}">
                <a16:creationId xmlns:a16="http://schemas.microsoft.com/office/drawing/2014/main" id="{68F3AF9E-7D4A-9B9E-A7C6-2F900F26DF61}"/>
              </a:ext>
            </a:extLst>
          </p:cNvPr>
          <p:cNvSpPr/>
          <p:nvPr/>
        </p:nvSpPr>
        <p:spPr>
          <a:xfrm>
            <a:off x="192990" y="5816009"/>
            <a:ext cx="4038768" cy="958352"/>
          </a:xfrm>
          <a:prstGeom prst="round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07BAB826-17A0-91A0-56DE-6128486C063B}"/>
              </a:ext>
            </a:extLst>
          </p:cNvPr>
          <p:cNvSpPr txBox="1"/>
          <p:nvPr/>
        </p:nvSpPr>
        <p:spPr>
          <a:xfrm>
            <a:off x="7623700" y="3994808"/>
            <a:ext cx="1458265" cy="828175"/>
          </a:xfrm>
          <a:prstGeom prst="rect">
            <a:avLst/>
          </a:prstGeom>
          <a:noFill/>
        </p:spPr>
        <p:txBody>
          <a:bodyPr wrap="square" rtlCol="0">
            <a:spAutoFit/>
          </a:bodyPr>
          <a:lstStyle/>
          <a:p>
            <a:pPr algn="l">
              <a:lnSpc>
                <a:spcPts val="2000"/>
              </a:lnSpc>
            </a:pPr>
            <a:r>
              <a:rPr kumimoji="1" lang="ja-JP" altLang="en-US" sz="1200" dirty="0">
                <a:solidFill>
                  <a:srgbClr val="FF0000"/>
                </a:solidFill>
              </a:rPr>
              <a:t>ループ終了要件を満たすかチェックしながら、</a:t>
            </a:r>
            <a:endParaRPr kumimoji="1" lang="en-US" altLang="ja-JP" sz="1200" dirty="0">
              <a:solidFill>
                <a:srgbClr val="FF0000"/>
              </a:solidFill>
            </a:endParaRPr>
          </a:p>
          <a:p>
            <a:pPr algn="l">
              <a:lnSpc>
                <a:spcPts val="2000"/>
              </a:lnSpc>
            </a:pPr>
            <a:r>
              <a:rPr kumimoji="1" lang="ja-JP" altLang="en-US" sz="1200" dirty="0">
                <a:solidFill>
                  <a:srgbClr val="FF0000"/>
                </a:solidFill>
              </a:rPr>
              <a:t>この部分を繰り返す</a:t>
            </a:r>
            <a:endParaRPr kumimoji="1" lang="en-US" altLang="ja-JP" sz="1200" dirty="0">
              <a:solidFill>
                <a:srgbClr val="FF0000"/>
              </a:solidFill>
            </a:endParaRPr>
          </a:p>
        </p:txBody>
      </p:sp>
    </p:spTree>
    <p:extLst>
      <p:ext uri="{BB962C8B-B14F-4D97-AF65-F5344CB8AC3E}">
        <p14:creationId xmlns:p14="http://schemas.microsoft.com/office/powerpoint/2010/main" val="3259439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C4367F-C401-CFE2-ED8B-77413C1895A2}"/>
              </a:ext>
            </a:extLst>
          </p:cNvPr>
          <p:cNvSpPr>
            <a:spLocks noGrp="1"/>
          </p:cNvSpPr>
          <p:nvPr>
            <p:ph type="title"/>
          </p:nvPr>
        </p:nvSpPr>
        <p:spPr/>
        <p:txBody>
          <a:bodyPr/>
          <a:lstStyle/>
          <a:p>
            <a:r>
              <a:rPr lang="ja-JP" altLang="en-US" dirty="0"/>
              <a:t>新しい</a:t>
            </a:r>
            <a:r>
              <a:rPr lang="en-US" altLang="ja-JP" dirty="0"/>
              <a:t>IRT</a:t>
            </a:r>
            <a:r>
              <a:rPr lang="ja-JP" altLang="en-US" dirty="0"/>
              <a:t>アルゴリズムの性能評価の概要</a:t>
            </a:r>
            <a:endParaRPr kumimoji="1" lang="ja-JP" altLang="en-US" dirty="0"/>
          </a:p>
        </p:txBody>
      </p:sp>
      <p:sp>
        <p:nvSpPr>
          <p:cNvPr id="3" name="スライド番号プレースホルダー 2">
            <a:extLst>
              <a:ext uri="{FF2B5EF4-FFF2-40B4-BE49-F238E27FC236}">
                <a16:creationId xmlns:a16="http://schemas.microsoft.com/office/drawing/2014/main" id="{5606DB28-C3C5-5E2D-CDEF-A15BDC5D9106}"/>
              </a:ext>
            </a:extLst>
          </p:cNvPr>
          <p:cNvSpPr>
            <a:spLocks noGrp="1"/>
          </p:cNvSpPr>
          <p:nvPr>
            <p:ph type="sldNum" sz="quarter" idx="12"/>
          </p:nvPr>
        </p:nvSpPr>
        <p:spPr/>
        <p:txBody>
          <a:bodyPr/>
          <a:lstStyle/>
          <a:p>
            <a:pPr fontAlgn="auto">
              <a:spcBef>
                <a:spcPts val="0"/>
              </a:spcBef>
              <a:spcAft>
                <a:spcPts val="0"/>
              </a:spcAft>
            </a:pPr>
            <a:fld id="{14672B03-F2D0-4851-B792-39C5CEFB63BA}" type="slidenum">
              <a:rPr lang="ja-JP" altLang="en-US" smtClean="0">
                <a:latin typeface="Meiryo UI"/>
                <a:ea typeface="Meiryo UI"/>
              </a:rPr>
              <a:pPr fontAlgn="auto">
                <a:spcBef>
                  <a:spcPts val="0"/>
                </a:spcBef>
                <a:spcAft>
                  <a:spcPts val="0"/>
                </a:spcAft>
              </a:pPr>
              <a:t>9</a:t>
            </a:fld>
            <a:endParaRPr lang="ja-JP" altLang="en-US" dirty="0">
              <a:latin typeface="Meiryo UI"/>
              <a:ea typeface="Meiryo UI"/>
            </a:endParaRPr>
          </a:p>
        </p:txBody>
      </p:sp>
      <p:pic>
        <p:nvPicPr>
          <p:cNvPr id="10" name="図 9" descr="グラフ, 散布図&#10;&#10;AI によって生成されたコンテンツは間違っている可能性があります。">
            <a:extLst>
              <a:ext uri="{FF2B5EF4-FFF2-40B4-BE49-F238E27FC236}">
                <a16:creationId xmlns:a16="http://schemas.microsoft.com/office/drawing/2014/main" id="{590EA314-9595-71D2-9A45-48555112A0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244" y="3485064"/>
            <a:ext cx="7883151" cy="2599809"/>
          </a:xfrm>
          <a:prstGeom prst="rect">
            <a:avLst/>
          </a:prstGeom>
        </p:spPr>
      </p:pic>
      <p:sp>
        <p:nvSpPr>
          <p:cNvPr id="13" name="テキスト ボックス 12">
            <a:extLst>
              <a:ext uri="{FF2B5EF4-FFF2-40B4-BE49-F238E27FC236}">
                <a16:creationId xmlns:a16="http://schemas.microsoft.com/office/drawing/2014/main" id="{2A579023-4161-7983-9607-62DDE9858601}"/>
              </a:ext>
            </a:extLst>
          </p:cNvPr>
          <p:cNvSpPr txBox="1"/>
          <p:nvPr/>
        </p:nvSpPr>
        <p:spPr>
          <a:xfrm>
            <a:off x="381244" y="2967824"/>
            <a:ext cx="3505201" cy="52322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b="1" kern="0" dirty="0">
                <a:solidFill>
                  <a:prstClr val="black"/>
                </a:solidFill>
              </a:rPr>
              <a:t>問題数</a:t>
            </a:r>
            <a:r>
              <a:rPr kumimoji="1" lang="en-US" altLang="ja-JP" sz="1400" b="1" i="0" u="none" strike="noStrike" kern="0" cap="none" spc="0" normalizeH="0" baseline="0" noProof="0" dirty="0">
                <a:ln>
                  <a:noFill/>
                </a:ln>
                <a:solidFill>
                  <a:prstClr val="black"/>
                </a:solidFill>
                <a:effectLst/>
                <a:uLnTx/>
                <a:uFillTx/>
              </a:rPr>
              <a:t>M=100,</a:t>
            </a:r>
            <a:r>
              <a:rPr kumimoji="1" lang="ja-JP" altLang="en-US" sz="1400" b="1" i="0" u="none" strike="noStrike" kern="0" cap="none" spc="0" normalizeH="0" baseline="0" noProof="0" dirty="0">
                <a:ln>
                  <a:noFill/>
                </a:ln>
                <a:solidFill>
                  <a:prstClr val="black"/>
                </a:solidFill>
                <a:effectLst/>
                <a:uLnTx/>
                <a:uFillTx/>
              </a:rPr>
              <a:t>サンプルサイズ</a:t>
            </a:r>
            <a:r>
              <a:rPr kumimoji="1" lang="en-US" altLang="ja-JP" sz="1400" b="1" i="0" u="none" strike="noStrike" kern="0" cap="none" spc="0" normalizeH="0" baseline="0" noProof="0" dirty="0">
                <a:ln>
                  <a:noFill/>
                </a:ln>
                <a:solidFill>
                  <a:prstClr val="black"/>
                </a:solidFill>
                <a:effectLst/>
                <a:uLnTx/>
                <a:uFillTx/>
              </a:rPr>
              <a:t> N=100</a:t>
            </a: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b="1" i="0" u="none" strike="noStrike" kern="0" cap="none" spc="0" normalizeH="0" baseline="0" noProof="0" dirty="0">
                <a:ln>
                  <a:noFill/>
                </a:ln>
                <a:solidFill>
                  <a:prstClr val="black"/>
                </a:solidFill>
                <a:effectLst/>
                <a:uLnTx/>
                <a:uFillTx/>
              </a:rPr>
              <a:t>としたときのシミュレーション結果</a:t>
            </a:r>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03F99926-BA5F-D3CF-6A9E-50BD4A6C01F0}"/>
                  </a:ext>
                </a:extLst>
              </p:cNvPr>
              <p:cNvSpPr txBox="1"/>
              <p:nvPr/>
            </p:nvSpPr>
            <p:spPr>
              <a:xfrm>
                <a:off x="0" y="773127"/>
                <a:ext cx="8865949" cy="1415772"/>
              </a:xfrm>
              <a:prstGeom prst="rect">
                <a:avLst/>
              </a:prstGeom>
              <a:noFill/>
              <a:ln w="28575">
                <a:noFill/>
              </a:ln>
            </p:spPr>
            <p:txBody>
              <a:bodyPr wrap="square" rtlCol="0">
                <a:spAutoFit/>
              </a:bodyPr>
              <a:lstStyle/>
              <a:p>
                <a:r>
                  <a:rPr kumimoji="1" lang="en-US" altLang="ja-JP" sz="1600" b="1" dirty="0">
                    <a:latin typeface="Meiryo UI" panose="020B0604030504040204" pitchFamily="50" charset="-128"/>
                    <a:ea typeface="Meiryo UI" panose="020B0604030504040204" pitchFamily="50" charset="-128"/>
                  </a:rPr>
                  <a:t>【</a:t>
                </a:r>
                <a:r>
                  <a:rPr kumimoji="1" lang="ja-JP" altLang="en-US" sz="1600" b="1" dirty="0">
                    <a:latin typeface="Meiryo UI" panose="020B0604030504040204" pitchFamily="50" charset="-128"/>
                    <a:ea typeface="Meiryo UI" panose="020B0604030504040204" pitchFamily="50" charset="-128"/>
                  </a:rPr>
                  <a:t>性能評価のシミュレーション手法</a:t>
                </a:r>
                <a:r>
                  <a:rPr kumimoji="1" lang="en-US" altLang="ja-JP" sz="1600" b="1" dirty="0">
                    <a:latin typeface="Meiryo UI" panose="020B0604030504040204" pitchFamily="50" charset="-128"/>
                    <a:ea typeface="Meiryo UI" panose="020B0604030504040204" pitchFamily="50" charset="-128"/>
                  </a:rPr>
                  <a:t>】</a:t>
                </a:r>
                <a:endParaRPr kumimoji="1" lang="en-US" altLang="ja-JP" sz="16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① 疑似的に、問題数</a:t>
                </a:r>
                <a14:m>
                  <m:oMath xmlns:m="http://schemas.openxmlformats.org/officeDocument/2006/math">
                    <m:r>
                      <a:rPr kumimoji="1" lang="en-US" altLang="ja-JP" sz="1400" b="0" i="1" smtClean="0">
                        <a:latin typeface="Cambria Math" panose="02040503050406030204" pitchFamily="18" charset="0"/>
                        <a:ea typeface="Meiryo UI" panose="020B0604030504040204" pitchFamily="50" charset="-128"/>
                      </a:rPr>
                      <m:t>𝑀</m:t>
                    </m:r>
                  </m:oMath>
                </a14:m>
                <a:r>
                  <a:rPr kumimoji="1" lang="ja-JP" altLang="en-US" sz="1400" dirty="0">
                    <a:latin typeface="Meiryo UI" panose="020B0604030504040204" pitchFamily="50" charset="-128"/>
                    <a:ea typeface="Meiryo UI" panose="020B0604030504040204" pitchFamily="50" charset="-128"/>
                  </a:rPr>
                  <a:t>、サンプルサイズ（測定対象</a:t>
                </a:r>
                <a:r>
                  <a:rPr kumimoji="1" lang="en-US" altLang="ja-JP" sz="1400" dirty="0">
                    <a:latin typeface="Meiryo UI" panose="020B0604030504040204" pitchFamily="50" charset="-128"/>
                    <a:ea typeface="Meiryo UI" panose="020B0604030504040204" pitchFamily="50" charset="-128"/>
                  </a:rPr>
                  <a:t>LLM</a:t>
                </a:r>
                <a:r>
                  <a:rPr kumimoji="1" lang="ja-JP" altLang="en-US" sz="1400" dirty="0">
                    <a:latin typeface="Meiryo UI" panose="020B0604030504040204" pitchFamily="50" charset="-128"/>
                    <a:ea typeface="Meiryo UI" panose="020B0604030504040204" pitchFamily="50" charset="-128"/>
                  </a:rPr>
                  <a:t>の数）</a:t>
                </a:r>
                <a14:m>
                  <m:oMath xmlns:m="http://schemas.openxmlformats.org/officeDocument/2006/math">
                    <m:r>
                      <a:rPr kumimoji="1" lang="en-US" altLang="ja-JP" sz="1400" b="0" i="1" smtClean="0">
                        <a:latin typeface="Cambria Math" panose="02040503050406030204" pitchFamily="18" charset="0"/>
                        <a:ea typeface="Meiryo UI" panose="020B0604030504040204" pitchFamily="50" charset="-128"/>
                      </a:rPr>
                      <m:t>𝑁</m:t>
                    </m:r>
                    <m:r>
                      <a:rPr kumimoji="1" lang="ja-JP" altLang="en-US" sz="1400" i="1">
                        <a:latin typeface="Cambria Math" panose="02040503050406030204" pitchFamily="18" charset="0"/>
                        <a:ea typeface="Meiryo UI" panose="020B0604030504040204" pitchFamily="50" charset="-128"/>
                      </a:rPr>
                      <m:t>を</m:t>
                    </m:r>
                  </m:oMath>
                </a14:m>
                <a:r>
                  <a:rPr kumimoji="1" lang="ja-JP" altLang="en-US" sz="1400" dirty="0">
                    <a:latin typeface="Meiryo UI" panose="020B0604030504040204" pitchFamily="50" charset="-128"/>
                    <a:ea typeface="Meiryo UI" panose="020B0604030504040204" pitchFamily="50" charset="-128"/>
                  </a:rPr>
                  <a:t>定めてから、</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各問題の識別力</a:t>
                </a:r>
                <a14:m>
                  <m:oMath xmlns:m="http://schemas.openxmlformats.org/officeDocument/2006/math">
                    <m:r>
                      <a:rPr kumimoji="1" lang="en-US" altLang="ja-JP" sz="1400" b="0" i="1" smtClean="0">
                        <a:latin typeface="Cambria Math" panose="02040503050406030204" pitchFamily="18" charset="0"/>
                        <a:ea typeface="Meiryo UI" panose="020B0604030504040204" pitchFamily="50" charset="-128"/>
                      </a:rPr>
                      <m:t>𝑎</m:t>
                    </m:r>
                  </m:oMath>
                </a14:m>
                <a:r>
                  <a:rPr kumimoji="1" lang="ja-JP" altLang="en-US" sz="1400" dirty="0">
                    <a:latin typeface="Meiryo UI" panose="020B0604030504040204" pitchFamily="50" charset="-128"/>
                    <a:ea typeface="Meiryo UI" panose="020B0604030504040204" pitchFamily="50" charset="-128"/>
                  </a:rPr>
                  <a:t>、困難度</a:t>
                </a:r>
                <a14:m>
                  <m:oMath xmlns:m="http://schemas.openxmlformats.org/officeDocument/2006/math">
                    <m:r>
                      <a:rPr kumimoji="1" lang="en-US" altLang="ja-JP" sz="1400" b="0" i="1" smtClean="0">
                        <a:latin typeface="Cambria Math" panose="02040503050406030204" pitchFamily="18" charset="0"/>
                        <a:ea typeface="Meiryo UI" panose="020B0604030504040204" pitchFamily="50" charset="-128"/>
                      </a:rPr>
                      <m:t>𝑏</m:t>
                    </m:r>
                  </m:oMath>
                </a14:m>
                <a:r>
                  <a:rPr kumimoji="1" lang="ja-JP" altLang="en-US" sz="1400" dirty="0">
                    <a:latin typeface="Meiryo UI" panose="020B0604030504040204" pitchFamily="50" charset="-128"/>
                    <a:ea typeface="Meiryo UI" panose="020B0604030504040204" pitchFamily="50" charset="-128"/>
                  </a:rPr>
                  <a:t>、そして各サンプル（</a:t>
                </a:r>
                <a:r>
                  <a:rPr kumimoji="1" lang="en-US" altLang="ja-JP" sz="1400" dirty="0">
                    <a:latin typeface="Meiryo UI" panose="020B0604030504040204" pitchFamily="50" charset="-128"/>
                    <a:ea typeface="Meiryo UI" panose="020B0604030504040204" pitchFamily="50" charset="-128"/>
                  </a:rPr>
                  <a:t>LLM</a:t>
                </a:r>
                <a:r>
                  <a:rPr kumimoji="1" lang="ja-JP" altLang="en-US" sz="1400" dirty="0">
                    <a:latin typeface="Meiryo UI" panose="020B0604030504040204" pitchFamily="50" charset="-128"/>
                    <a:ea typeface="Meiryo UI" panose="020B0604030504040204" pitchFamily="50" charset="-128"/>
                  </a:rPr>
                  <a:t>）の能力</a:t>
                </a:r>
                <a14:m>
                  <m:oMath xmlns:m="http://schemas.openxmlformats.org/officeDocument/2006/math">
                    <m:r>
                      <a:rPr kumimoji="1" lang="ja-JP" altLang="en-US" sz="1400" i="1" smtClean="0">
                        <a:latin typeface="Cambria Math" panose="02040503050406030204" pitchFamily="18" charset="0"/>
                        <a:ea typeface="Meiryo UI" panose="020B0604030504040204" pitchFamily="50" charset="-128"/>
                      </a:rPr>
                      <m:t>𝜃</m:t>
                    </m:r>
                  </m:oMath>
                </a14:m>
                <a:r>
                  <a:rPr kumimoji="1" lang="ja-JP" altLang="en-US" sz="1400" dirty="0">
                    <a:latin typeface="Meiryo UI" panose="020B0604030504040204" pitchFamily="50" charset="-128"/>
                    <a:ea typeface="Meiryo UI" panose="020B0604030504040204" pitchFamily="50" charset="-128"/>
                  </a:rPr>
                  <a:t>を定め、確率データ列を</a:t>
                </a:r>
                <a:r>
                  <a:rPr kumimoji="1" lang="en-US" altLang="ja-JP" sz="1400" dirty="0">
                    <a:latin typeface="Meiryo UI" panose="020B0604030504040204" pitchFamily="50" charset="-128"/>
                    <a:ea typeface="Meiryo UI" panose="020B0604030504040204" pitchFamily="50" charset="-128"/>
                  </a:rPr>
                  <a:t>2PL logit</a:t>
                </a:r>
                <a:r>
                  <a:rPr kumimoji="1" lang="ja-JP" altLang="en-US" sz="1400" dirty="0">
                    <a:latin typeface="Meiryo UI" panose="020B0604030504040204" pitchFamily="50" charset="-128"/>
                    <a:ea typeface="Meiryo UI" panose="020B0604030504040204" pitchFamily="50" charset="-128"/>
                  </a:rPr>
                  <a:t>モデルで再現</a:t>
                </a:r>
                <a:endParaRPr kumimoji="1" lang="en-US" altLang="ja-JP" sz="1400" dirty="0">
                  <a:latin typeface="Meiryo UI" panose="020B0604030504040204" pitchFamily="50" charset="-128"/>
                  <a:ea typeface="Meiryo UI" panose="020B0604030504040204" pitchFamily="50" charset="-128"/>
                </a:endParaRPr>
              </a:p>
              <a:p>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②得られたデータ列から開発したアルゴリズムで、識別力</a:t>
                </a:r>
                <a14:m>
                  <m:oMath xmlns:m="http://schemas.openxmlformats.org/officeDocument/2006/math">
                    <m:r>
                      <a:rPr kumimoji="1" lang="en-US" altLang="ja-JP" sz="1400" i="1">
                        <a:latin typeface="Cambria Math" panose="02040503050406030204" pitchFamily="18" charset="0"/>
                        <a:ea typeface="Meiryo UI" panose="020B0604030504040204" pitchFamily="50" charset="-128"/>
                      </a:rPr>
                      <m:t>𝑎</m:t>
                    </m:r>
                  </m:oMath>
                </a14:m>
                <a:r>
                  <a:rPr kumimoji="1" lang="ja-JP" altLang="en-US" sz="1400" dirty="0">
                    <a:latin typeface="Meiryo UI" panose="020B0604030504040204" pitchFamily="50" charset="-128"/>
                    <a:ea typeface="Meiryo UI" panose="020B0604030504040204" pitchFamily="50" charset="-128"/>
                  </a:rPr>
                  <a:t>、困難度</a:t>
                </a:r>
                <a14:m>
                  <m:oMath xmlns:m="http://schemas.openxmlformats.org/officeDocument/2006/math">
                    <m:r>
                      <a:rPr kumimoji="1" lang="en-US" altLang="ja-JP" sz="1400" i="1">
                        <a:latin typeface="Cambria Math" panose="02040503050406030204" pitchFamily="18" charset="0"/>
                        <a:ea typeface="Meiryo UI" panose="020B0604030504040204" pitchFamily="50" charset="-128"/>
                      </a:rPr>
                      <m:t>𝑏</m:t>
                    </m:r>
                  </m:oMath>
                </a14:m>
                <a:r>
                  <a:rPr kumimoji="1" lang="ja-JP" altLang="en-US" sz="1400" dirty="0">
                    <a:latin typeface="Meiryo UI" panose="020B0604030504040204" pitchFamily="50" charset="-128"/>
                    <a:ea typeface="Meiryo UI" panose="020B0604030504040204" pitchFamily="50" charset="-128"/>
                  </a:rPr>
                  <a:t>、各サンプル（</a:t>
                </a:r>
                <a:r>
                  <a:rPr kumimoji="1" lang="en-US" altLang="ja-JP" sz="1400" dirty="0">
                    <a:latin typeface="Meiryo UI" panose="020B0604030504040204" pitchFamily="50" charset="-128"/>
                    <a:ea typeface="Meiryo UI" panose="020B0604030504040204" pitchFamily="50" charset="-128"/>
                  </a:rPr>
                  <a:t>LLM</a:t>
                </a:r>
                <a:r>
                  <a:rPr kumimoji="1" lang="ja-JP" altLang="en-US" sz="1400" dirty="0">
                    <a:latin typeface="Meiryo UI" panose="020B0604030504040204" pitchFamily="50" charset="-128"/>
                    <a:ea typeface="Meiryo UI" panose="020B0604030504040204" pitchFamily="50" charset="-128"/>
                  </a:rPr>
                  <a:t>）の能力</a:t>
                </a:r>
                <a14:m>
                  <m:oMath xmlns:m="http://schemas.openxmlformats.org/officeDocument/2006/math">
                    <m:r>
                      <a:rPr kumimoji="1" lang="ja-JP" altLang="en-US" sz="1400" i="1">
                        <a:latin typeface="Cambria Math" panose="02040503050406030204" pitchFamily="18" charset="0"/>
                        <a:ea typeface="Meiryo UI" panose="020B0604030504040204" pitchFamily="50" charset="-128"/>
                      </a:rPr>
                      <m:t>𝜃</m:t>
                    </m:r>
                  </m:oMath>
                </a14:m>
                <a:r>
                  <a:rPr kumimoji="1" lang="ja-JP" altLang="en-US" sz="1400" dirty="0">
                    <a:latin typeface="Meiryo UI" panose="020B0604030504040204" pitchFamily="50" charset="-128"/>
                    <a:ea typeface="Meiryo UI" panose="020B0604030504040204" pitchFamily="50" charset="-128"/>
                  </a:rPr>
                  <a:t>を推定し、</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①で決めた値を正しく再現するかを確認</a:t>
                </a:r>
                <a:endParaRPr kumimoji="1" lang="en-US" altLang="ja-JP" sz="1400" dirty="0">
                  <a:latin typeface="Meiryo UI" panose="020B0604030504040204" pitchFamily="50" charset="-128"/>
                  <a:ea typeface="Meiryo UI" panose="020B0604030504040204" pitchFamily="50" charset="-128"/>
                </a:endParaRPr>
              </a:p>
            </p:txBody>
          </p:sp>
        </mc:Choice>
        <mc:Fallback xmlns="">
          <p:sp>
            <p:nvSpPr>
              <p:cNvPr id="4" name="テキスト ボックス 3">
                <a:extLst>
                  <a:ext uri="{FF2B5EF4-FFF2-40B4-BE49-F238E27FC236}">
                    <a16:creationId xmlns:a16="http://schemas.microsoft.com/office/drawing/2014/main" id="{03F99926-BA5F-D3CF-6A9E-50BD4A6C01F0}"/>
                  </a:ext>
                </a:extLst>
              </p:cNvPr>
              <p:cNvSpPr txBox="1">
                <a:spLocks noRot="1" noChangeAspect="1" noMove="1" noResize="1" noEditPoints="1" noAdjustHandles="1" noChangeArrowheads="1" noChangeShapeType="1" noTextEdit="1"/>
              </p:cNvSpPr>
              <p:nvPr/>
            </p:nvSpPr>
            <p:spPr>
              <a:xfrm>
                <a:off x="0" y="773127"/>
                <a:ext cx="8865949" cy="1415772"/>
              </a:xfrm>
              <a:prstGeom prst="rect">
                <a:avLst/>
              </a:prstGeom>
              <a:blipFill>
                <a:blip r:embed="rId3"/>
                <a:stretch>
                  <a:fillRect l="-344" t="-1293" b="-3448"/>
                </a:stretch>
              </a:blipFill>
              <a:ln w="28575">
                <a:noFill/>
              </a:ln>
            </p:spPr>
            <p:txBody>
              <a:bodyPr/>
              <a:lstStyle/>
              <a:p>
                <a:r>
                  <a:rPr lang="ja-JP" altLang="en-US">
                    <a:noFill/>
                  </a:rPr>
                  <a:t> </a:t>
                </a:r>
              </a:p>
            </p:txBody>
          </p:sp>
        </mc:Fallback>
      </mc:AlternateContent>
      <p:graphicFrame>
        <p:nvGraphicFramePr>
          <p:cNvPr id="5" name="表 4">
            <a:extLst>
              <a:ext uri="{FF2B5EF4-FFF2-40B4-BE49-F238E27FC236}">
                <a16:creationId xmlns:a16="http://schemas.microsoft.com/office/drawing/2014/main" id="{ABCEA9D2-8BFA-85A1-04BF-47E9904385AF}"/>
              </a:ext>
            </a:extLst>
          </p:cNvPr>
          <p:cNvGraphicFramePr>
            <a:graphicFrameLocks noGrp="1"/>
          </p:cNvGraphicFramePr>
          <p:nvPr>
            <p:extLst>
              <p:ext uri="{D42A27DB-BD31-4B8C-83A1-F6EECF244321}">
                <p14:modId xmlns:p14="http://schemas.microsoft.com/office/powerpoint/2010/main" val="3378777306"/>
              </p:ext>
            </p:extLst>
          </p:nvPr>
        </p:nvGraphicFramePr>
        <p:xfrm>
          <a:off x="5049771" y="2204283"/>
          <a:ext cx="3505200" cy="1188720"/>
        </p:xfrm>
        <a:graphic>
          <a:graphicData uri="http://schemas.openxmlformats.org/drawingml/2006/table">
            <a:tbl>
              <a:tblPr firstRow="1" bandRow="1"/>
              <a:tblGrid>
                <a:gridCol w="584200">
                  <a:extLst>
                    <a:ext uri="{9D8B030D-6E8A-4147-A177-3AD203B41FA5}">
                      <a16:colId xmlns:a16="http://schemas.microsoft.com/office/drawing/2014/main" val="1806668676"/>
                    </a:ext>
                  </a:extLst>
                </a:gridCol>
                <a:gridCol w="584200">
                  <a:extLst>
                    <a:ext uri="{9D8B030D-6E8A-4147-A177-3AD203B41FA5}">
                      <a16:colId xmlns:a16="http://schemas.microsoft.com/office/drawing/2014/main" val="4241252018"/>
                    </a:ext>
                  </a:extLst>
                </a:gridCol>
                <a:gridCol w="584200">
                  <a:extLst>
                    <a:ext uri="{9D8B030D-6E8A-4147-A177-3AD203B41FA5}">
                      <a16:colId xmlns:a16="http://schemas.microsoft.com/office/drawing/2014/main" val="411967957"/>
                    </a:ext>
                  </a:extLst>
                </a:gridCol>
                <a:gridCol w="584200">
                  <a:extLst>
                    <a:ext uri="{9D8B030D-6E8A-4147-A177-3AD203B41FA5}">
                      <a16:colId xmlns:a16="http://schemas.microsoft.com/office/drawing/2014/main" val="3247131969"/>
                    </a:ext>
                  </a:extLst>
                </a:gridCol>
                <a:gridCol w="584200">
                  <a:extLst>
                    <a:ext uri="{9D8B030D-6E8A-4147-A177-3AD203B41FA5}">
                      <a16:colId xmlns:a16="http://schemas.microsoft.com/office/drawing/2014/main" val="1729550519"/>
                    </a:ext>
                  </a:extLst>
                </a:gridCol>
                <a:gridCol w="584200">
                  <a:extLst>
                    <a:ext uri="{9D8B030D-6E8A-4147-A177-3AD203B41FA5}">
                      <a16:colId xmlns:a16="http://schemas.microsoft.com/office/drawing/2014/main" val="62721011"/>
                    </a:ext>
                  </a:extLst>
                </a:gridCol>
              </a:tblGrid>
              <a:tr h="228358">
                <a:tc>
                  <a:txBody>
                    <a:bodyPr/>
                    <a:lstStyle>
                      <a:lvl1pPr marL="0" algn="l" defTabSz="914400" rtl="0" eaLnBrk="1" latinLnBrk="0" hangingPunct="1">
                        <a:defRPr kumimoji="1" sz="1800" b="1" kern="1200">
                          <a:solidFill>
                            <a:schemeClr val="lt1"/>
                          </a:solidFill>
                          <a:latin typeface="Aptos" panose="02110004020202020204"/>
                        </a:defRPr>
                      </a:lvl1pPr>
                      <a:lvl2pPr marL="457200" algn="l" defTabSz="914400" rtl="0" eaLnBrk="1" latinLnBrk="0" hangingPunct="1">
                        <a:defRPr kumimoji="1" sz="1800" b="1" kern="1200">
                          <a:solidFill>
                            <a:schemeClr val="lt1"/>
                          </a:solidFill>
                          <a:latin typeface="Aptos" panose="02110004020202020204"/>
                        </a:defRPr>
                      </a:lvl2pPr>
                      <a:lvl3pPr marL="914400" algn="l" defTabSz="914400" rtl="0" eaLnBrk="1" latinLnBrk="0" hangingPunct="1">
                        <a:defRPr kumimoji="1" sz="1800" b="1" kern="1200">
                          <a:solidFill>
                            <a:schemeClr val="lt1"/>
                          </a:solidFill>
                          <a:latin typeface="Aptos" panose="02110004020202020204"/>
                        </a:defRPr>
                      </a:lvl3pPr>
                      <a:lvl4pPr marL="1371600" algn="l" defTabSz="914400" rtl="0" eaLnBrk="1" latinLnBrk="0" hangingPunct="1">
                        <a:defRPr kumimoji="1" sz="1800" b="1" kern="1200">
                          <a:solidFill>
                            <a:schemeClr val="lt1"/>
                          </a:solidFill>
                          <a:latin typeface="Aptos" panose="02110004020202020204"/>
                        </a:defRPr>
                      </a:lvl4pPr>
                      <a:lvl5pPr marL="1828800" algn="l" defTabSz="914400" rtl="0" eaLnBrk="1" latinLnBrk="0" hangingPunct="1">
                        <a:defRPr kumimoji="1" sz="1800" b="1" kern="1200">
                          <a:solidFill>
                            <a:schemeClr val="lt1"/>
                          </a:solidFill>
                          <a:latin typeface="Aptos" panose="02110004020202020204"/>
                        </a:defRPr>
                      </a:lvl5pPr>
                      <a:lvl6pPr marL="2286000" algn="l" defTabSz="914400" rtl="0" eaLnBrk="1" latinLnBrk="0" hangingPunct="1">
                        <a:defRPr kumimoji="1" sz="1800" b="1" kern="1200">
                          <a:solidFill>
                            <a:schemeClr val="lt1"/>
                          </a:solidFill>
                          <a:latin typeface="Aptos" panose="02110004020202020204"/>
                        </a:defRPr>
                      </a:lvl6pPr>
                      <a:lvl7pPr marL="2743200" algn="l" defTabSz="914400" rtl="0" eaLnBrk="1" latinLnBrk="0" hangingPunct="1">
                        <a:defRPr kumimoji="1" sz="1800" b="1" kern="1200">
                          <a:solidFill>
                            <a:schemeClr val="lt1"/>
                          </a:solidFill>
                          <a:latin typeface="Aptos" panose="02110004020202020204"/>
                        </a:defRPr>
                      </a:lvl7pPr>
                      <a:lvl8pPr marL="3200400" algn="l" defTabSz="914400" rtl="0" eaLnBrk="1" latinLnBrk="0" hangingPunct="1">
                        <a:defRPr kumimoji="1" sz="1800" b="1" kern="1200">
                          <a:solidFill>
                            <a:schemeClr val="lt1"/>
                          </a:solidFill>
                          <a:latin typeface="Aptos" panose="02110004020202020204"/>
                        </a:defRPr>
                      </a:lvl8pPr>
                      <a:lvl9pPr marL="3657600" algn="l" defTabSz="914400" rtl="0" eaLnBrk="1" latinLnBrk="0" hangingPunct="1">
                        <a:defRPr kumimoji="1" sz="1800" b="1" kern="1200">
                          <a:solidFill>
                            <a:schemeClr val="lt1"/>
                          </a:solidFill>
                          <a:latin typeface="Aptos" panose="02110004020202020204"/>
                        </a:defRPr>
                      </a:lvl9pPr>
                    </a:lstStyle>
                    <a:p>
                      <a:pPr algn="ctr"/>
                      <a:r>
                        <a:rPr kumimoji="1" lang="ja-JP" altLang="en-US" sz="800" dirty="0">
                          <a:latin typeface="Meiryo UI" panose="020B0604030504040204" pitchFamily="50" charset="-128"/>
                          <a:ea typeface="Meiryo UI" panose="020B0604030504040204" pitchFamily="50" charset="-128"/>
                        </a:rPr>
                        <a:t>サンプル</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kumimoji="1" sz="1800" b="1" kern="1200">
                          <a:solidFill>
                            <a:schemeClr val="lt1"/>
                          </a:solidFill>
                          <a:latin typeface="Aptos" panose="02110004020202020204"/>
                        </a:defRPr>
                      </a:lvl1pPr>
                      <a:lvl2pPr marL="457200" algn="l" defTabSz="914400" rtl="0" eaLnBrk="1" latinLnBrk="0" hangingPunct="1">
                        <a:defRPr kumimoji="1" sz="1800" b="1" kern="1200">
                          <a:solidFill>
                            <a:schemeClr val="lt1"/>
                          </a:solidFill>
                          <a:latin typeface="Aptos" panose="02110004020202020204"/>
                        </a:defRPr>
                      </a:lvl2pPr>
                      <a:lvl3pPr marL="914400" algn="l" defTabSz="914400" rtl="0" eaLnBrk="1" latinLnBrk="0" hangingPunct="1">
                        <a:defRPr kumimoji="1" sz="1800" b="1" kern="1200">
                          <a:solidFill>
                            <a:schemeClr val="lt1"/>
                          </a:solidFill>
                          <a:latin typeface="Aptos" panose="02110004020202020204"/>
                        </a:defRPr>
                      </a:lvl3pPr>
                      <a:lvl4pPr marL="1371600" algn="l" defTabSz="914400" rtl="0" eaLnBrk="1" latinLnBrk="0" hangingPunct="1">
                        <a:defRPr kumimoji="1" sz="1800" b="1" kern="1200">
                          <a:solidFill>
                            <a:schemeClr val="lt1"/>
                          </a:solidFill>
                          <a:latin typeface="Aptos" panose="02110004020202020204"/>
                        </a:defRPr>
                      </a:lvl4pPr>
                      <a:lvl5pPr marL="1828800" algn="l" defTabSz="914400" rtl="0" eaLnBrk="1" latinLnBrk="0" hangingPunct="1">
                        <a:defRPr kumimoji="1" sz="1800" b="1" kern="1200">
                          <a:solidFill>
                            <a:schemeClr val="lt1"/>
                          </a:solidFill>
                          <a:latin typeface="Aptos" panose="02110004020202020204"/>
                        </a:defRPr>
                      </a:lvl5pPr>
                      <a:lvl6pPr marL="2286000" algn="l" defTabSz="914400" rtl="0" eaLnBrk="1" latinLnBrk="0" hangingPunct="1">
                        <a:defRPr kumimoji="1" sz="1800" b="1" kern="1200">
                          <a:solidFill>
                            <a:schemeClr val="lt1"/>
                          </a:solidFill>
                          <a:latin typeface="Aptos" panose="02110004020202020204"/>
                        </a:defRPr>
                      </a:lvl6pPr>
                      <a:lvl7pPr marL="2743200" algn="l" defTabSz="914400" rtl="0" eaLnBrk="1" latinLnBrk="0" hangingPunct="1">
                        <a:defRPr kumimoji="1" sz="1800" b="1" kern="1200">
                          <a:solidFill>
                            <a:schemeClr val="lt1"/>
                          </a:solidFill>
                          <a:latin typeface="Aptos" panose="02110004020202020204"/>
                        </a:defRPr>
                      </a:lvl7pPr>
                      <a:lvl8pPr marL="3200400" algn="l" defTabSz="914400" rtl="0" eaLnBrk="1" latinLnBrk="0" hangingPunct="1">
                        <a:defRPr kumimoji="1" sz="1800" b="1" kern="1200">
                          <a:solidFill>
                            <a:schemeClr val="lt1"/>
                          </a:solidFill>
                          <a:latin typeface="Aptos" panose="02110004020202020204"/>
                        </a:defRPr>
                      </a:lvl8pPr>
                      <a:lvl9pPr marL="3657600" algn="l" defTabSz="914400" rtl="0" eaLnBrk="1" latinLnBrk="0" hangingPunct="1">
                        <a:defRPr kumimoji="1" sz="1800" b="1" kern="1200">
                          <a:solidFill>
                            <a:schemeClr val="lt1"/>
                          </a:solidFill>
                          <a:latin typeface="Aptos" panose="02110004020202020204"/>
                        </a:defRPr>
                      </a:lvl9pPr>
                    </a:lstStyle>
                    <a:p>
                      <a:pPr algn="ctr"/>
                      <a:r>
                        <a:rPr kumimoji="1" lang="ja-JP" altLang="en-US" sz="800" dirty="0">
                          <a:latin typeface="Meiryo UI" panose="020B0604030504040204" pitchFamily="50" charset="-128"/>
                          <a:ea typeface="Meiryo UI" panose="020B0604030504040204" pitchFamily="50" charset="-128"/>
                        </a:rPr>
                        <a:t>項目</a:t>
                      </a:r>
                      <a:r>
                        <a:rPr kumimoji="1" lang="en-US" altLang="ja-JP" sz="800" dirty="0">
                          <a:latin typeface="Meiryo UI" panose="020B0604030504040204" pitchFamily="50" charset="-128"/>
                          <a:ea typeface="Meiryo UI" panose="020B0604030504040204" pitchFamily="50" charset="-128"/>
                        </a:rPr>
                        <a:t>1</a:t>
                      </a:r>
                    </a:p>
                    <a:p>
                      <a:pPr algn="ctr"/>
                      <a:r>
                        <a:rPr kumimoji="1" lang="ja-JP" altLang="en-US" sz="800" dirty="0">
                          <a:latin typeface="Meiryo UI" panose="020B0604030504040204" pitchFamily="50" charset="-128"/>
                          <a:ea typeface="Meiryo UI" panose="020B0604030504040204" pitchFamily="50" charset="-128"/>
                        </a:rPr>
                        <a:t>の正答率</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kumimoji="1" sz="1800" b="1" kern="1200">
                          <a:solidFill>
                            <a:schemeClr val="lt1"/>
                          </a:solidFill>
                          <a:latin typeface="Aptos" panose="02110004020202020204"/>
                        </a:defRPr>
                      </a:lvl1pPr>
                      <a:lvl2pPr marL="457200" algn="l" defTabSz="914400" rtl="0" eaLnBrk="1" latinLnBrk="0" hangingPunct="1">
                        <a:defRPr kumimoji="1" sz="1800" b="1" kern="1200">
                          <a:solidFill>
                            <a:schemeClr val="lt1"/>
                          </a:solidFill>
                          <a:latin typeface="Aptos" panose="02110004020202020204"/>
                        </a:defRPr>
                      </a:lvl2pPr>
                      <a:lvl3pPr marL="914400" algn="l" defTabSz="914400" rtl="0" eaLnBrk="1" latinLnBrk="0" hangingPunct="1">
                        <a:defRPr kumimoji="1" sz="1800" b="1" kern="1200">
                          <a:solidFill>
                            <a:schemeClr val="lt1"/>
                          </a:solidFill>
                          <a:latin typeface="Aptos" panose="02110004020202020204"/>
                        </a:defRPr>
                      </a:lvl3pPr>
                      <a:lvl4pPr marL="1371600" algn="l" defTabSz="914400" rtl="0" eaLnBrk="1" latinLnBrk="0" hangingPunct="1">
                        <a:defRPr kumimoji="1" sz="1800" b="1" kern="1200">
                          <a:solidFill>
                            <a:schemeClr val="lt1"/>
                          </a:solidFill>
                          <a:latin typeface="Aptos" panose="02110004020202020204"/>
                        </a:defRPr>
                      </a:lvl4pPr>
                      <a:lvl5pPr marL="1828800" algn="l" defTabSz="914400" rtl="0" eaLnBrk="1" latinLnBrk="0" hangingPunct="1">
                        <a:defRPr kumimoji="1" sz="1800" b="1" kern="1200">
                          <a:solidFill>
                            <a:schemeClr val="lt1"/>
                          </a:solidFill>
                          <a:latin typeface="Aptos" panose="02110004020202020204"/>
                        </a:defRPr>
                      </a:lvl5pPr>
                      <a:lvl6pPr marL="2286000" algn="l" defTabSz="914400" rtl="0" eaLnBrk="1" latinLnBrk="0" hangingPunct="1">
                        <a:defRPr kumimoji="1" sz="1800" b="1" kern="1200">
                          <a:solidFill>
                            <a:schemeClr val="lt1"/>
                          </a:solidFill>
                          <a:latin typeface="Aptos" panose="02110004020202020204"/>
                        </a:defRPr>
                      </a:lvl6pPr>
                      <a:lvl7pPr marL="2743200" algn="l" defTabSz="914400" rtl="0" eaLnBrk="1" latinLnBrk="0" hangingPunct="1">
                        <a:defRPr kumimoji="1" sz="1800" b="1" kern="1200">
                          <a:solidFill>
                            <a:schemeClr val="lt1"/>
                          </a:solidFill>
                          <a:latin typeface="Aptos" panose="02110004020202020204"/>
                        </a:defRPr>
                      </a:lvl7pPr>
                      <a:lvl8pPr marL="3200400" algn="l" defTabSz="914400" rtl="0" eaLnBrk="1" latinLnBrk="0" hangingPunct="1">
                        <a:defRPr kumimoji="1" sz="1800" b="1" kern="1200">
                          <a:solidFill>
                            <a:schemeClr val="lt1"/>
                          </a:solidFill>
                          <a:latin typeface="Aptos" panose="02110004020202020204"/>
                        </a:defRPr>
                      </a:lvl8pPr>
                      <a:lvl9pPr marL="3657600" algn="l" defTabSz="914400" rtl="0" eaLnBrk="1" latinLnBrk="0" hangingPunct="1">
                        <a:defRPr kumimoji="1" sz="1800" b="1" kern="1200">
                          <a:solidFill>
                            <a:schemeClr val="lt1"/>
                          </a:solidFill>
                          <a:latin typeface="Aptos" panose="02110004020202020204"/>
                        </a:defRPr>
                      </a:lvl9pPr>
                    </a:lstStyle>
                    <a:p>
                      <a:pPr algn="ctr"/>
                      <a:r>
                        <a:rPr kumimoji="1" lang="ja-JP" altLang="en-US" sz="800" dirty="0">
                          <a:latin typeface="Meiryo UI" panose="020B0604030504040204" pitchFamily="50" charset="-128"/>
                          <a:ea typeface="Meiryo UI" panose="020B0604030504040204" pitchFamily="50" charset="-128"/>
                        </a:rPr>
                        <a:t>項目</a:t>
                      </a:r>
                      <a:r>
                        <a:rPr kumimoji="1" lang="en-US" altLang="ja-JP" sz="800" dirty="0">
                          <a:latin typeface="Meiryo UI" panose="020B0604030504040204" pitchFamily="50" charset="-128"/>
                          <a:ea typeface="Meiryo UI" panose="020B0604030504040204" pitchFamily="50" charset="-128"/>
                        </a:rPr>
                        <a:t>2</a:t>
                      </a:r>
                    </a:p>
                    <a:p>
                      <a:pPr algn="ctr"/>
                      <a:r>
                        <a:rPr kumimoji="1" lang="ja-JP" altLang="en-US" sz="800" dirty="0">
                          <a:latin typeface="Meiryo UI" panose="020B0604030504040204" pitchFamily="50" charset="-128"/>
                          <a:ea typeface="Meiryo UI" panose="020B0604030504040204" pitchFamily="50" charset="-128"/>
                        </a:rPr>
                        <a:t>の正答率</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kumimoji="1" sz="1800" b="1" kern="1200">
                          <a:solidFill>
                            <a:schemeClr val="lt1"/>
                          </a:solidFill>
                          <a:latin typeface="Aptos" panose="02110004020202020204"/>
                        </a:defRPr>
                      </a:lvl1pPr>
                      <a:lvl2pPr marL="457200" algn="l" defTabSz="914400" rtl="0" eaLnBrk="1" latinLnBrk="0" hangingPunct="1">
                        <a:defRPr kumimoji="1" sz="1800" b="1" kern="1200">
                          <a:solidFill>
                            <a:schemeClr val="lt1"/>
                          </a:solidFill>
                          <a:latin typeface="Aptos" panose="02110004020202020204"/>
                        </a:defRPr>
                      </a:lvl2pPr>
                      <a:lvl3pPr marL="914400" algn="l" defTabSz="914400" rtl="0" eaLnBrk="1" latinLnBrk="0" hangingPunct="1">
                        <a:defRPr kumimoji="1" sz="1800" b="1" kern="1200">
                          <a:solidFill>
                            <a:schemeClr val="lt1"/>
                          </a:solidFill>
                          <a:latin typeface="Aptos" panose="02110004020202020204"/>
                        </a:defRPr>
                      </a:lvl3pPr>
                      <a:lvl4pPr marL="1371600" algn="l" defTabSz="914400" rtl="0" eaLnBrk="1" latinLnBrk="0" hangingPunct="1">
                        <a:defRPr kumimoji="1" sz="1800" b="1" kern="1200">
                          <a:solidFill>
                            <a:schemeClr val="lt1"/>
                          </a:solidFill>
                          <a:latin typeface="Aptos" panose="02110004020202020204"/>
                        </a:defRPr>
                      </a:lvl4pPr>
                      <a:lvl5pPr marL="1828800" algn="l" defTabSz="914400" rtl="0" eaLnBrk="1" latinLnBrk="0" hangingPunct="1">
                        <a:defRPr kumimoji="1" sz="1800" b="1" kern="1200">
                          <a:solidFill>
                            <a:schemeClr val="lt1"/>
                          </a:solidFill>
                          <a:latin typeface="Aptos" panose="02110004020202020204"/>
                        </a:defRPr>
                      </a:lvl5pPr>
                      <a:lvl6pPr marL="2286000" algn="l" defTabSz="914400" rtl="0" eaLnBrk="1" latinLnBrk="0" hangingPunct="1">
                        <a:defRPr kumimoji="1" sz="1800" b="1" kern="1200">
                          <a:solidFill>
                            <a:schemeClr val="lt1"/>
                          </a:solidFill>
                          <a:latin typeface="Aptos" panose="02110004020202020204"/>
                        </a:defRPr>
                      </a:lvl6pPr>
                      <a:lvl7pPr marL="2743200" algn="l" defTabSz="914400" rtl="0" eaLnBrk="1" latinLnBrk="0" hangingPunct="1">
                        <a:defRPr kumimoji="1" sz="1800" b="1" kern="1200">
                          <a:solidFill>
                            <a:schemeClr val="lt1"/>
                          </a:solidFill>
                          <a:latin typeface="Aptos" panose="02110004020202020204"/>
                        </a:defRPr>
                      </a:lvl7pPr>
                      <a:lvl8pPr marL="3200400" algn="l" defTabSz="914400" rtl="0" eaLnBrk="1" latinLnBrk="0" hangingPunct="1">
                        <a:defRPr kumimoji="1" sz="1800" b="1" kern="1200">
                          <a:solidFill>
                            <a:schemeClr val="lt1"/>
                          </a:solidFill>
                          <a:latin typeface="Aptos" panose="02110004020202020204"/>
                        </a:defRPr>
                      </a:lvl8pPr>
                      <a:lvl9pPr marL="3657600" algn="l" defTabSz="914400" rtl="0" eaLnBrk="1" latinLnBrk="0" hangingPunct="1">
                        <a:defRPr kumimoji="1" sz="1800" b="1" kern="1200">
                          <a:solidFill>
                            <a:schemeClr val="lt1"/>
                          </a:solidFill>
                          <a:latin typeface="Aptos" panose="02110004020202020204"/>
                        </a:defRPr>
                      </a:lvl9pPr>
                    </a:lstStyle>
                    <a:p>
                      <a:pPr algn="ctr"/>
                      <a:r>
                        <a:rPr kumimoji="1" lang="ja-JP" altLang="en-US" sz="800" dirty="0">
                          <a:latin typeface="Meiryo UI" panose="020B0604030504040204" pitchFamily="50" charset="-128"/>
                          <a:ea typeface="Meiryo UI" panose="020B0604030504040204" pitchFamily="50" charset="-128"/>
                        </a:rPr>
                        <a:t>項目</a:t>
                      </a:r>
                      <a:r>
                        <a:rPr kumimoji="1" lang="en-US" altLang="ja-JP" sz="800" dirty="0">
                          <a:latin typeface="Meiryo UI" panose="020B0604030504040204" pitchFamily="50" charset="-128"/>
                          <a:ea typeface="Meiryo UI" panose="020B0604030504040204" pitchFamily="50" charset="-128"/>
                        </a:rPr>
                        <a:t>3</a:t>
                      </a:r>
                    </a:p>
                    <a:p>
                      <a:pPr algn="ctr"/>
                      <a:r>
                        <a:rPr kumimoji="1" lang="ja-JP" altLang="en-US" sz="800" dirty="0">
                          <a:latin typeface="Meiryo UI" panose="020B0604030504040204" pitchFamily="50" charset="-128"/>
                          <a:ea typeface="Meiryo UI" panose="020B0604030504040204" pitchFamily="50" charset="-128"/>
                        </a:rPr>
                        <a:t>の正答率</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kumimoji="1" sz="1800" b="1" kern="1200">
                          <a:solidFill>
                            <a:schemeClr val="lt1"/>
                          </a:solidFill>
                          <a:latin typeface="Aptos" panose="02110004020202020204"/>
                        </a:defRPr>
                      </a:lvl1pPr>
                      <a:lvl2pPr marL="457200" algn="l" defTabSz="914400" rtl="0" eaLnBrk="1" latinLnBrk="0" hangingPunct="1">
                        <a:defRPr kumimoji="1" sz="1800" b="1" kern="1200">
                          <a:solidFill>
                            <a:schemeClr val="lt1"/>
                          </a:solidFill>
                          <a:latin typeface="Aptos" panose="02110004020202020204"/>
                        </a:defRPr>
                      </a:lvl2pPr>
                      <a:lvl3pPr marL="914400" algn="l" defTabSz="914400" rtl="0" eaLnBrk="1" latinLnBrk="0" hangingPunct="1">
                        <a:defRPr kumimoji="1" sz="1800" b="1" kern="1200">
                          <a:solidFill>
                            <a:schemeClr val="lt1"/>
                          </a:solidFill>
                          <a:latin typeface="Aptos" panose="02110004020202020204"/>
                        </a:defRPr>
                      </a:lvl3pPr>
                      <a:lvl4pPr marL="1371600" algn="l" defTabSz="914400" rtl="0" eaLnBrk="1" latinLnBrk="0" hangingPunct="1">
                        <a:defRPr kumimoji="1" sz="1800" b="1" kern="1200">
                          <a:solidFill>
                            <a:schemeClr val="lt1"/>
                          </a:solidFill>
                          <a:latin typeface="Aptos" panose="02110004020202020204"/>
                        </a:defRPr>
                      </a:lvl4pPr>
                      <a:lvl5pPr marL="1828800" algn="l" defTabSz="914400" rtl="0" eaLnBrk="1" latinLnBrk="0" hangingPunct="1">
                        <a:defRPr kumimoji="1" sz="1800" b="1" kern="1200">
                          <a:solidFill>
                            <a:schemeClr val="lt1"/>
                          </a:solidFill>
                          <a:latin typeface="Aptos" panose="02110004020202020204"/>
                        </a:defRPr>
                      </a:lvl5pPr>
                      <a:lvl6pPr marL="2286000" algn="l" defTabSz="914400" rtl="0" eaLnBrk="1" latinLnBrk="0" hangingPunct="1">
                        <a:defRPr kumimoji="1" sz="1800" b="1" kern="1200">
                          <a:solidFill>
                            <a:schemeClr val="lt1"/>
                          </a:solidFill>
                          <a:latin typeface="Aptos" panose="02110004020202020204"/>
                        </a:defRPr>
                      </a:lvl6pPr>
                      <a:lvl7pPr marL="2743200" algn="l" defTabSz="914400" rtl="0" eaLnBrk="1" latinLnBrk="0" hangingPunct="1">
                        <a:defRPr kumimoji="1" sz="1800" b="1" kern="1200">
                          <a:solidFill>
                            <a:schemeClr val="lt1"/>
                          </a:solidFill>
                          <a:latin typeface="Aptos" panose="02110004020202020204"/>
                        </a:defRPr>
                      </a:lvl7pPr>
                      <a:lvl8pPr marL="3200400" algn="l" defTabSz="914400" rtl="0" eaLnBrk="1" latinLnBrk="0" hangingPunct="1">
                        <a:defRPr kumimoji="1" sz="1800" b="1" kern="1200">
                          <a:solidFill>
                            <a:schemeClr val="lt1"/>
                          </a:solidFill>
                          <a:latin typeface="Aptos" panose="02110004020202020204"/>
                        </a:defRPr>
                      </a:lvl8pPr>
                      <a:lvl9pPr marL="3657600" algn="l" defTabSz="914400" rtl="0" eaLnBrk="1" latinLnBrk="0" hangingPunct="1">
                        <a:defRPr kumimoji="1" sz="1800" b="1" kern="1200">
                          <a:solidFill>
                            <a:schemeClr val="lt1"/>
                          </a:solidFill>
                          <a:latin typeface="Aptos" panose="02110004020202020204"/>
                        </a:defRPr>
                      </a:lvl9pPr>
                    </a:lstStyle>
                    <a:p>
                      <a:pPr algn="ctr"/>
                      <a:r>
                        <a:rPr kumimoji="1" lang="ja-JP" altLang="en-US" sz="800" dirty="0">
                          <a:latin typeface="Meiryo UI" panose="020B0604030504040204" pitchFamily="50" charset="-128"/>
                          <a:ea typeface="Meiryo UI" panose="020B0604030504040204" pitchFamily="50" charset="-128"/>
                        </a:rPr>
                        <a:t>項目</a:t>
                      </a:r>
                      <a:r>
                        <a:rPr kumimoji="1" lang="en-US" altLang="ja-JP" sz="800" dirty="0">
                          <a:latin typeface="Meiryo UI" panose="020B0604030504040204" pitchFamily="50" charset="-128"/>
                          <a:ea typeface="Meiryo UI" panose="020B0604030504040204" pitchFamily="50" charset="-128"/>
                        </a:rPr>
                        <a:t>4</a:t>
                      </a:r>
                    </a:p>
                    <a:p>
                      <a:pPr algn="ctr"/>
                      <a:r>
                        <a:rPr kumimoji="1" lang="ja-JP" altLang="en-US" sz="800" dirty="0">
                          <a:latin typeface="Meiryo UI" panose="020B0604030504040204" pitchFamily="50" charset="-128"/>
                          <a:ea typeface="Meiryo UI" panose="020B0604030504040204" pitchFamily="50" charset="-128"/>
                        </a:rPr>
                        <a:t>の正答率</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914400" rtl="0" eaLnBrk="1" latinLnBrk="0" hangingPunct="1">
                        <a:defRPr kumimoji="1" sz="1800" b="1" kern="1200">
                          <a:solidFill>
                            <a:schemeClr val="lt1"/>
                          </a:solidFill>
                          <a:latin typeface="Aptos" panose="02110004020202020204"/>
                        </a:defRPr>
                      </a:lvl1pPr>
                      <a:lvl2pPr marL="457200" algn="l" defTabSz="914400" rtl="0" eaLnBrk="1" latinLnBrk="0" hangingPunct="1">
                        <a:defRPr kumimoji="1" sz="1800" b="1" kern="1200">
                          <a:solidFill>
                            <a:schemeClr val="lt1"/>
                          </a:solidFill>
                          <a:latin typeface="Aptos" panose="02110004020202020204"/>
                        </a:defRPr>
                      </a:lvl2pPr>
                      <a:lvl3pPr marL="914400" algn="l" defTabSz="914400" rtl="0" eaLnBrk="1" latinLnBrk="0" hangingPunct="1">
                        <a:defRPr kumimoji="1" sz="1800" b="1" kern="1200">
                          <a:solidFill>
                            <a:schemeClr val="lt1"/>
                          </a:solidFill>
                          <a:latin typeface="Aptos" panose="02110004020202020204"/>
                        </a:defRPr>
                      </a:lvl3pPr>
                      <a:lvl4pPr marL="1371600" algn="l" defTabSz="914400" rtl="0" eaLnBrk="1" latinLnBrk="0" hangingPunct="1">
                        <a:defRPr kumimoji="1" sz="1800" b="1" kern="1200">
                          <a:solidFill>
                            <a:schemeClr val="lt1"/>
                          </a:solidFill>
                          <a:latin typeface="Aptos" panose="02110004020202020204"/>
                        </a:defRPr>
                      </a:lvl4pPr>
                      <a:lvl5pPr marL="1828800" algn="l" defTabSz="914400" rtl="0" eaLnBrk="1" latinLnBrk="0" hangingPunct="1">
                        <a:defRPr kumimoji="1" sz="1800" b="1" kern="1200">
                          <a:solidFill>
                            <a:schemeClr val="lt1"/>
                          </a:solidFill>
                          <a:latin typeface="Aptos" panose="02110004020202020204"/>
                        </a:defRPr>
                      </a:lvl5pPr>
                      <a:lvl6pPr marL="2286000" algn="l" defTabSz="914400" rtl="0" eaLnBrk="1" latinLnBrk="0" hangingPunct="1">
                        <a:defRPr kumimoji="1" sz="1800" b="1" kern="1200">
                          <a:solidFill>
                            <a:schemeClr val="lt1"/>
                          </a:solidFill>
                          <a:latin typeface="Aptos" panose="02110004020202020204"/>
                        </a:defRPr>
                      </a:lvl6pPr>
                      <a:lvl7pPr marL="2743200" algn="l" defTabSz="914400" rtl="0" eaLnBrk="1" latinLnBrk="0" hangingPunct="1">
                        <a:defRPr kumimoji="1" sz="1800" b="1" kern="1200">
                          <a:solidFill>
                            <a:schemeClr val="lt1"/>
                          </a:solidFill>
                          <a:latin typeface="Aptos" panose="02110004020202020204"/>
                        </a:defRPr>
                      </a:lvl7pPr>
                      <a:lvl8pPr marL="3200400" algn="l" defTabSz="914400" rtl="0" eaLnBrk="1" latinLnBrk="0" hangingPunct="1">
                        <a:defRPr kumimoji="1" sz="1800" b="1" kern="1200">
                          <a:solidFill>
                            <a:schemeClr val="lt1"/>
                          </a:solidFill>
                          <a:latin typeface="Aptos" panose="02110004020202020204"/>
                        </a:defRPr>
                      </a:lvl8pPr>
                      <a:lvl9pPr marL="3657600" algn="l" defTabSz="914400" rtl="0" eaLnBrk="1" latinLnBrk="0" hangingPunct="1">
                        <a:defRPr kumimoji="1" sz="1800" b="1" kern="1200">
                          <a:solidFill>
                            <a:schemeClr val="lt1"/>
                          </a:solidFill>
                          <a:latin typeface="Aptos" panose="02110004020202020204"/>
                        </a:defRPr>
                      </a:lvl9pPr>
                    </a:lstStyle>
                    <a:p>
                      <a:pPr algn="ctr"/>
                      <a:r>
                        <a:rPr kumimoji="1" lang="ja-JP" altLang="en-US" sz="800" dirty="0">
                          <a:latin typeface="Meiryo UI" panose="020B0604030504040204" pitchFamily="50" charset="-128"/>
                          <a:ea typeface="Meiryo UI" panose="020B0604030504040204" pitchFamily="50" charset="-128"/>
                        </a:rPr>
                        <a:t>項目</a:t>
                      </a:r>
                      <a:r>
                        <a:rPr kumimoji="1" lang="en-US" altLang="ja-JP" sz="800" dirty="0">
                          <a:latin typeface="Meiryo UI" panose="020B0604030504040204" pitchFamily="50" charset="-128"/>
                          <a:ea typeface="Meiryo UI" panose="020B0604030504040204" pitchFamily="50" charset="-128"/>
                        </a:rPr>
                        <a:t>5</a:t>
                      </a:r>
                    </a:p>
                    <a:p>
                      <a:pPr algn="ctr"/>
                      <a:r>
                        <a:rPr kumimoji="1" lang="ja-JP" altLang="en-US" sz="800" dirty="0">
                          <a:latin typeface="Meiryo UI" panose="020B0604030504040204" pitchFamily="50" charset="-128"/>
                          <a:ea typeface="Meiryo UI" panose="020B0604030504040204" pitchFamily="50" charset="-128"/>
                        </a:rPr>
                        <a:t>の正答率</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4082103396"/>
                  </a:ext>
                </a:extLst>
              </a:tr>
              <a:tr h="204138">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800" dirty="0">
                          <a:latin typeface="Meiryo UI" panose="020B0604030504040204" pitchFamily="50" charset="-128"/>
                          <a:ea typeface="Meiryo UI" panose="020B0604030504040204" pitchFamily="50" charset="-128"/>
                        </a:rPr>
                        <a:t>LLM</a:t>
                      </a:r>
                      <a:r>
                        <a:rPr kumimoji="1" lang="ja-JP" altLang="en-US" sz="800" dirty="0">
                          <a:latin typeface="Meiryo UI" panose="020B0604030504040204" pitchFamily="50" charset="-128"/>
                          <a:ea typeface="Meiryo UI" panose="020B0604030504040204" pitchFamily="50" charset="-128"/>
                        </a:rPr>
                        <a:t> </a:t>
                      </a:r>
                      <a:r>
                        <a:rPr kumimoji="1" lang="en-US" altLang="ja-JP" sz="800" dirty="0">
                          <a:latin typeface="Meiryo UI" panose="020B0604030504040204" pitchFamily="50" charset="-128"/>
                          <a:ea typeface="Meiryo UI" panose="020B0604030504040204" pitchFamily="50" charset="-128"/>
                        </a:rPr>
                        <a:t>1</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a:r>
                        <a:rPr kumimoji="1" lang="en-US" altLang="ja-JP" sz="800" dirty="0">
                          <a:latin typeface="Meiryo UI" panose="020B0604030504040204" pitchFamily="50" charset="-128"/>
                          <a:ea typeface="Meiryo UI" panose="020B0604030504040204" pitchFamily="50" charset="-128"/>
                        </a:rPr>
                        <a:t>0.75</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a:r>
                        <a:rPr kumimoji="1" lang="en-US" altLang="ja-JP" sz="800" dirty="0">
                          <a:latin typeface="Meiryo UI" panose="020B0604030504040204" pitchFamily="50" charset="-128"/>
                          <a:ea typeface="Meiryo UI" panose="020B0604030504040204" pitchFamily="50" charset="-128"/>
                        </a:rPr>
                        <a:t>0.62</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a:r>
                        <a:rPr kumimoji="1" lang="en-US" altLang="ja-JP" sz="800" dirty="0">
                          <a:latin typeface="Meiryo UI" panose="020B0604030504040204" pitchFamily="50" charset="-128"/>
                          <a:ea typeface="Meiryo UI" panose="020B0604030504040204" pitchFamily="50" charset="-128"/>
                        </a:rPr>
                        <a:t>0.1</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a:r>
                        <a:rPr kumimoji="1" lang="en-US" altLang="ja-JP" sz="800" dirty="0">
                          <a:latin typeface="Meiryo UI" panose="020B0604030504040204" pitchFamily="50" charset="-128"/>
                          <a:ea typeface="Meiryo UI" panose="020B0604030504040204" pitchFamily="50" charset="-128"/>
                        </a:rPr>
                        <a:t>0.32</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a:r>
                        <a:rPr kumimoji="1" lang="en-US" altLang="ja-JP" sz="800" dirty="0">
                          <a:latin typeface="Meiryo UI" panose="020B0604030504040204" pitchFamily="50" charset="-128"/>
                          <a:ea typeface="Meiryo UI" panose="020B0604030504040204" pitchFamily="50" charset="-128"/>
                        </a:rPr>
                        <a:t>0.99</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1254942167"/>
                  </a:ext>
                </a:extLst>
              </a:tr>
              <a:tr h="204138">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800" dirty="0">
                          <a:latin typeface="Meiryo UI" panose="020B0604030504040204" pitchFamily="50" charset="-128"/>
                          <a:ea typeface="Meiryo UI" panose="020B0604030504040204" pitchFamily="50" charset="-128"/>
                        </a:rPr>
                        <a:t>LLM</a:t>
                      </a:r>
                      <a:r>
                        <a:rPr kumimoji="1" lang="ja-JP" altLang="en-US" sz="800" dirty="0">
                          <a:latin typeface="Meiryo UI" panose="020B0604030504040204" pitchFamily="50" charset="-128"/>
                          <a:ea typeface="Meiryo UI" panose="020B0604030504040204" pitchFamily="50" charset="-128"/>
                        </a:rPr>
                        <a:t> </a:t>
                      </a:r>
                      <a:r>
                        <a:rPr kumimoji="1" lang="en-US" altLang="ja-JP" sz="800" dirty="0">
                          <a:latin typeface="Meiryo UI" panose="020B0604030504040204" pitchFamily="50" charset="-128"/>
                          <a:ea typeface="Meiryo UI" panose="020B0604030504040204" pitchFamily="50" charset="-128"/>
                        </a:rPr>
                        <a:t>2</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a:r>
                        <a:rPr kumimoji="1" lang="en-US" altLang="ja-JP" sz="800" dirty="0">
                          <a:latin typeface="Meiryo UI" panose="020B0604030504040204" pitchFamily="50" charset="-128"/>
                          <a:ea typeface="Meiryo UI" panose="020B0604030504040204" pitchFamily="50" charset="-128"/>
                        </a:rPr>
                        <a:t>0.94</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a:r>
                        <a:rPr kumimoji="1" lang="en-US" altLang="ja-JP" sz="800" dirty="0">
                          <a:latin typeface="Meiryo UI" panose="020B0604030504040204" pitchFamily="50" charset="-128"/>
                          <a:ea typeface="Meiryo UI" panose="020B0604030504040204" pitchFamily="50" charset="-128"/>
                        </a:rPr>
                        <a:t>0.85</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a:r>
                        <a:rPr kumimoji="1" lang="en-US" altLang="ja-JP" sz="800" dirty="0">
                          <a:latin typeface="Meiryo UI" panose="020B0604030504040204" pitchFamily="50" charset="-128"/>
                          <a:ea typeface="Meiryo UI" panose="020B0604030504040204" pitchFamily="50" charset="-128"/>
                        </a:rPr>
                        <a:t>0.4</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a:r>
                        <a:rPr kumimoji="1" lang="en-US" altLang="ja-JP" sz="800" dirty="0">
                          <a:latin typeface="Meiryo UI" panose="020B0604030504040204" pitchFamily="50" charset="-128"/>
                          <a:ea typeface="Meiryo UI" panose="020B0604030504040204" pitchFamily="50" charset="-128"/>
                        </a:rPr>
                        <a:t>0.71</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a:r>
                        <a:rPr kumimoji="1" lang="en-US" altLang="ja-JP" sz="800" dirty="0">
                          <a:latin typeface="Meiryo UI" panose="020B0604030504040204" pitchFamily="50" charset="-128"/>
                          <a:ea typeface="Meiryo UI" panose="020B0604030504040204" pitchFamily="50" charset="-128"/>
                        </a:rPr>
                        <a:t>0.999</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489538537"/>
                  </a:ext>
                </a:extLst>
              </a:tr>
              <a:tr h="204138">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800" dirty="0">
                          <a:latin typeface="Meiryo UI" panose="020B0604030504040204" pitchFamily="50" charset="-128"/>
                          <a:ea typeface="Meiryo UI" panose="020B0604030504040204" pitchFamily="50" charset="-128"/>
                        </a:rPr>
                        <a:t>…</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dirty="0">
                          <a:latin typeface="Meiryo UI" panose="020B0604030504040204" pitchFamily="50" charset="-128"/>
                          <a:ea typeface="Meiryo UI" panose="020B0604030504040204" pitchFamily="50" charset="-128"/>
                        </a:rPr>
                        <a:t>…</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dirty="0">
                          <a:latin typeface="Meiryo UI" panose="020B0604030504040204" pitchFamily="50" charset="-128"/>
                          <a:ea typeface="Meiryo UI" panose="020B0604030504040204" pitchFamily="50" charset="-128"/>
                        </a:rPr>
                        <a:t>…</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dirty="0">
                          <a:latin typeface="Meiryo UI" panose="020B0604030504040204" pitchFamily="50" charset="-128"/>
                          <a:ea typeface="Meiryo UI" panose="020B0604030504040204" pitchFamily="50" charset="-128"/>
                        </a:rPr>
                        <a:t>…</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dirty="0">
                          <a:latin typeface="Meiryo UI" panose="020B0604030504040204" pitchFamily="50" charset="-128"/>
                          <a:ea typeface="Meiryo UI" panose="020B0604030504040204" pitchFamily="50" charset="-128"/>
                        </a:rPr>
                        <a:t>…</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dirty="0">
                          <a:latin typeface="Meiryo UI" panose="020B0604030504040204" pitchFamily="50" charset="-128"/>
                          <a:ea typeface="Meiryo UI" panose="020B0604030504040204" pitchFamily="50" charset="-128"/>
                        </a:rPr>
                        <a:t>…</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1527129567"/>
                  </a:ext>
                </a:extLst>
              </a:tr>
              <a:tr h="204138">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800" dirty="0">
                          <a:latin typeface="Meiryo UI" panose="020B0604030504040204" pitchFamily="50" charset="-128"/>
                          <a:ea typeface="Meiryo UI" panose="020B0604030504040204" pitchFamily="50" charset="-128"/>
                        </a:rPr>
                        <a:t>LLM</a:t>
                      </a:r>
                      <a:r>
                        <a:rPr kumimoji="1" lang="ja-JP" altLang="en-US" sz="800" dirty="0">
                          <a:latin typeface="Meiryo UI" panose="020B0604030504040204" pitchFamily="50" charset="-128"/>
                          <a:ea typeface="Meiryo UI" panose="020B0604030504040204" pitchFamily="50" charset="-128"/>
                        </a:rPr>
                        <a:t> </a:t>
                      </a:r>
                      <a:r>
                        <a:rPr kumimoji="1" lang="en-US" altLang="ja-JP" sz="800" dirty="0">
                          <a:latin typeface="Meiryo UI" panose="020B0604030504040204" pitchFamily="50" charset="-128"/>
                          <a:ea typeface="Meiryo UI" panose="020B0604030504040204" pitchFamily="50" charset="-128"/>
                        </a:rPr>
                        <a:t>N</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a:r>
                        <a:rPr kumimoji="1" lang="en-US" altLang="ja-JP" sz="800" dirty="0">
                          <a:latin typeface="Meiryo UI" panose="020B0604030504040204" pitchFamily="50" charset="-128"/>
                          <a:ea typeface="Meiryo UI" panose="020B0604030504040204" pitchFamily="50" charset="-128"/>
                        </a:rPr>
                        <a:t>0.4</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a:r>
                        <a:rPr kumimoji="1" lang="en-US" altLang="ja-JP" sz="800" dirty="0">
                          <a:latin typeface="Meiryo UI" panose="020B0604030504040204" pitchFamily="50" charset="-128"/>
                          <a:ea typeface="Meiryo UI" panose="020B0604030504040204" pitchFamily="50" charset="-128"/>
                        </a:rPr>
                        <a:t>0.1</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a:r>
                        <a:rPr kumimoji="1" lang="en-US" altLang="ja-JP" sz="800" dirty="0">
                          <a:latin typeface="Meiryo UI" panose="020B0604030504040204" pitchFamily="50" charset="-128"/>
                          <a:ea typeface="Meiryo UI" panose="020B0604030504040204" pitchFamily="50" charset="-128"/>
                        </a:rPr>
                        <a:t>0.01</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a:r>
                        <a:rPr kumimoji="1" lang="en-US" altLang="ja-JP" sz="800" dirty="0">
                          <a:latin typeface="Meiryo UI" panose="020B0604030504040204" pitchFamily="50" charset="-128"/>
                          <a:ea typeface="Meiryo UI" panose="020B0604030504040204" pitchFamily="50" charset="-128"/>
                        </a:rPr>
                        <a:t>0.06</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a:r>
                        <a:rPr kumimoji="1" lang="en-US" altLang="ja-JP" sz="800" dirty="0">
                          <a:latin typeface="Meiryo UI" panose="020B0604030504040204" pitchFamily="50" charset="-128"/>
                          <a:ea typeface="Meiryo UI" panose="020B0604030504040204" pitchFamily="50" charset="-128"/>
                        </a:rPr>
                        <a:t>0.73</a:t>
                      </a:r>
                      <a:endParaRPr kumimoji="1" lang="ja-JP" altLang="en-US" sz="800" dirty="0">
                        <a:latin typeface="Meiryo UI" panose="020B0604030504040204" pitchFamily="50" charset="-128"/>
                        <a:ea typeface="Meiryo UI" panose="020B0604030504040204" pitchFamily="50" charset="-128"/>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2296196136"/>
                  </a:ext>
                </a:extLst>
              </a:tr>
            </a:tbl>
          </a:graphicData>
        </a:graphic>
      </p:graphicFrame>
      <p:sp>
        <p:nvSpPr>
          <p:cNvPr id="6" name="テキスト ボックス 5">
            <a:extLst>
              <a:ext uri="{FF2B5EF4-FFF2-40B4-BE49-F238E27FC236}">
                <a16:creationId xmlns:a16="http://schemas.microsoft.com/office/drawing/2014/main" id="{39C17D2D-4ED6-5A8B-B1C9-0E440AFF1B58}"/>
              </a:ext>
            </a:extLst>
          </p:cNvPr>
          <p:cNvSpPr txBox="1"/>
          <p:nvPr/>
        </p:nvSpPr>
        <p:spPr>
          <a:xfrm>
            <a:off x="4941082" y="1978593"/>
            <a:ext cx="2225262" cy="261610"/>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100" b="1" kern="0" dirty="0">
                <a:solidFill>
                  <a:prstClr val="black"/>
                </a:solidFill>
              </a:rPr>
              <a:t>構成する確率データ列のイメージ</a:t>
            </a:r>
            <a:endParaRPr kumimoji="1" lang="ja-JP" altLang="en-US" sz="1100" b="1" i="0" u="none" strike="noStrike" kern="0" cap="none" spc="0" normalizeH="0" baseline="0" noProof="0" dirty="0">
              <a:ln>
                <a:noFill/>
              </a:ln>
              <a:solidFill>
                <a:prstClr val="black"/>
              </a:solidFill>
              <a:effectLst/>
              <a:uLnTx/>
              <a:uFillTx/>
            </a:endParaRPr>
          </a:p>
        </p:txBody>
      </p:sp>
      <p:sp>
        <p:nvSpPr>
          <p:cNvPr id="7" name="テキスト ボックス 6">
            <a:extLst>
              <a:ext uri="{FF2B5EF4-FFF2-40B4-BE49-F238E27FC236}">
                <a16:creationId xmlns:a16="http://schemas.microsoft.com/office/drawing/2014/main" id="{E21F8184-DBB1-CB77-10F5-7270A4F39417}"/>
              </a:ext>
            </a:extLst>
          </p:cNvPr>
          <p:cNvSpPr txBox="1"/>
          <p:nvPr/>
        </p:nvSpPr>
        <p:spPr>
          <a:xfrm>
            <a:off x="204034" y="6084873"/>
            <a:ext cx="8060361" cy="738664"/>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kern="0" dirty="0">
                <a:solidFill>
                  <a:prstClr val="black"/>
                </a:solidFill>
              </a:rPr>
              <a:t>✓ サンプルサイズ</a:t>
            </a:r>
            <a:r>
              <a:rPr kumimoji="1" lang="en-US" altLang="ja-JP" sz="1400" kern="0" dirty="0">
                <a:solidFill>
                  <a:prstClr val="black"/>
                </a:solidFill>
              </a:rPr>
              <a:t>100</a:t>
            </a:r>
            <a:r>
              <a:rPr kumimoji="1" lang="ja-JP" altLang="en-US" sz="1400" kern="0" dirty="0">
                <a:solidFill>
                  <a:prstClr val="black"/>
                </a:solidFill>
              </a:rPr>
              <a:t>でも、推定値は十分正解データに近くなる</a:t>
            </a:r>
            <a:endParaRPr kumimoji="1" lang="en-US" altLang="ja-JP" sz="1400" kern="0" dirty="0">
              <a:solidFill>
                <a:prstClr val="black"/>
              </a:solidFill>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i="0" u="none" strike="noStrike" kern="0" cap="none" spc="0" normalizeH="0" baseline="0" noProof="0" dirty="0">
                <a:ln>
                  <a:noFill/>
                </a:ln>
                <a:solidFill>
                  <a:srgbClr val="FF0000"/>
                </a:solidFill>
                <a:effectLst/>
                <a:uLnTx/>
                <a:uFillTx/>
              </a:rPr>
              <a:t>　  </a:t>
            </a:r>
            <a:r>
              <a:rPr kumimoji="1" lang="ja-JP" altLang="en-US" sz="1400" kern="0" dirty="0">
                <a:solidFill>
                  <a:srgbClr val="FF0000"/>
                </a:solidFill>
              </a:rPr>
              <a:t>➡ </a:t>
            </a:r>
            <a:r>
              <a:rPr kumimoji="1" lang="en-US" altLang="ja-JP" sz="1400" kern="0" dirty="0">
                <a:solidFill>
                  <a:srgbClr val="FF0000"/>
                </a:solidFill>
              </a:rPr>
              <a:t>2PL</a:t>
            </a:r>
            <a:r>
              <a:rPr kumimoji="1" lang="ja-JP" altLang="en-US" sz="1400" kern="0" dirty="0">
                <a:solidFill>
                  <a:srgbClr val="FF0000"/>
                </a:solidFill>
              </a:rPr>
              <a:t> </a:t>
            </a:r>
            <a:r>
              <a:rPr kumimoji="1" lang="en-US" altLang="ja-JP" sz="1400" kern="0" dirty="0">
                <a:solidFill>
                  <a:srgbClr val="FF0000"/>
                </a:solidFill>
              </a:rPr>
              <a:t>logit</a:t>
            </a:r>
            <a:r>
              <a:rPr kumimoji="1" lang="ja-JP" altLang="en-US" sz="1400" kern="0" dirty="0">
                <a:solidFill>
                  <a:srgbClr val="FF0000"/>
                </a:solidFill>
              </a:rPr>
              <a:t>モデルでの</a:t>
            </a:r>
            <a:r>
              <a:rPr kumimoji="1" lang="en-US" altLang="ja-JP" sz="1400" kern="0" dirty="0">
                <a:solidFill>
                  <a:srgbClr val="FF0000"/>
                </a:solidFill>
              </a:rPr>
              <a:t>IRT</a:t>
            </a:r>
            <a:r>
              <a:rPr kumimoji="1" lang="ja-JP" altLang="en-US" sz="1400" kern="0" dirty="0">
                <a:solidFill>
                  <a:srgbClr val="FF0000"/>
                </a:solidFill>
              </a:rPr>
              <a:t>の仮定を満たせば、</a:t>
            </a:r>
            <a:r>
              <a:rPr kumimoji="1" lang="en-US" altLang="ja-JP" sz="1400" kern="0" dirty="0">
                <a:solidFill>
                  <a:srgbClr val="FF0000"/>
                </a:solidFill>
              </a:rPr>
              <a:t>LLM</a:t>
            </a:r>
            <a:r>
              <a:rPr kumimoji="1" lang="ja-JP" altLang="en-US" sz="1400" kern="0" dirty="0">
                <a:solidFill>
                  <a:srgbClr val="FF0000"/>
                </a:solidFill>
              </a:rPr>
              <a:t>のサンプルサイズが必ずしも稼げない状況でも、</a:t>
            </a:r>
            <a:endParaRPr kumimoji="1" lang="en-US" altLang="ja-JP" sz="1400" kern="0" dirty="0">
              <a:solidFill>
                <a:srgbClr val="FF0000"/>
              </a:solidFill>
            </a:endParaRPr>
          </a:p>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i="0" u="none" strike="noStrike" kern="0" cap="none" spc="0" normalizeH="0" baseline="0" noProof="0" dirty="0">
                <a:ln>
                  <a:noFill/>
                </a:ln>
                <a:solidFill>
                  <a:srgbClr val="FF0000"/>
                </a:solidFill>
                <a:effectLst/>
                <a:uLnTx/>
                <a:uFillTx/>
              </a:rPr>
              <a:t>　　　 </a:t>
            </a:r>
            <a:r>
              <a:rPr kumimoji="1" lang="ja-JP" altLang="en-US" sz="1400" kern="0" dirty="0">
                <a:solidFill>
                  <a:srgbClr val="FF0000"/>
                </a:solidFill>
              </a:rPr>
              <a:t>開発したアルゴリズムである程度の精度で推定可能</a:t>
            </a:r>
            <a:endParaRPr kumimoji="1" lang="ja-JP" altLang="en-US" sz="1400" i="0" u="none" strike="noStrike" kern="0" cap="none" spc="0" normalizeH="0" baseline="0" noProof="0" dirty="0">
              <a:ln>
                <a:noFill/>
              </a:ln>
              <a:solidFill>
                <a:srgbClr val="FF0000"/>
              </a:solidFill>
              <a:effectLst/>
              <a:uLnTx/>
              <a:uFillTx/>
            </a:endParaRPr>
          </a:p>
        </p:txBody>
      </p:sp>
    </p:spTree>
    <p:extLst>
      <p:ext uri="{BB962C8B-B14F-4D97-AF65-F5344CB8AC3E}">
        <p14:creationId xmlns:p14="http://schemas.microsoft.com/office/powerpoint/2010/main" val="562705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47558E-662C-FF15-BE1F-3960185121D2}"/>
              </a:ext>
            </a:extLst>
          </p:cNvPr>
          <p:cNvSpPr>
            <a:spLocks noGrp="1"/>
          </p:cNvSpPr>
          <p:nvPr>
            <p:ph type="title"/>
          </p:nvPr>
        </p:nvSpPr>
        <p:spPr/>
        <p:txBody>
          <a:bodyPr/>
          <a:lstStyle/>
          <a:p>
            <a:r>
              <a:rPr kumimoji="1" lang="ja-JP" altLang="en-US" dirty="0"/>
              <a:t>政策研究関係のクイズでの試行実験の概要</a:t>
            </a:r>
          </a:p>
        </p:txBody>
      </p:sp>
      <p:sp>
        <p:nvSpPr>
          <p:cNvPr id="3" name="スライド番号プレースホルダー 2">
            <a:extLst>
              <a:ext uri="{FF2B5EF4-FFF2-40B4-BE49-F238E27FC236}">
                <a16:creationId xmlns:a16="http://schemas.microsoft.com/office/drawing/2014/main" id="{C82A3045-EA03-9C05-A58F-922F1FB30A40}"/>
              </a:ext>
            </a:extLst>
          </p:cNvPr>
          <p:cNvSpPr>
            <a:spLocks noGrp="1"/>
          </p:cNvSpPr>
          <p:nvPr>
            <p:ph type="sldNum" sz="quarter" idx="12"/>
          </p:nvPr>
        </p:nvSpPr>
        <p:spPr/>
        <p:txBody>
          <a:bodyPr/>
          <a:lstStyle/>
          <a:p>
            <a:pPr fontAlgn="auto">
              <a:spcBef>
                <a:spcPts val="0"/>
              </a:spcBef>
              <a:spcAft>
                <a:spcPts val="0"/>
              </a:spcAft>
            </a:pPr>
            <a:fld id="{14672B03-F2D0-4851-B792-39C5CEFB63BA}" type="slidenum">
              <a:rPr lang="ja-JP" altLang="en-US" smtClean="0">
                <a:latin typeface="Meiryo UI"/>
                <a:ea typeface="Meiryo UI"/>
              </a:rPr>
              <a:pPr fontAlgn="auto">
                <a:spcBef>
                  <a:spcPts val="0"/>
                </a:spcBef>
                <a:spcAft>
                  <a:spcPts val="0"/>
                </a:spcAft>
              </a:pPr>
              <a:t>10</a:t>
            </a:fld>
            <a:endParaRPr lang="ja-JP" altLang="en-US" dirty="0">
              <a:latin typeface="Meiryo UI"/>
              <a:ea typeface="Meiryo UI"/>
            </a:endParaRPr>
          </a:p>
        </p:txBody>
      </p:sp>
      <p:sp>
        <p:nvSpPr>
          <p:cNvPr id="4" name="テキスト ボックス 3">
            <a:extLst>
              <a:ext uri="{FF2B5EF4-FFF2-40B4-BE49-F238E27FC236}">
                <a16:creationId xmlns:a16="http://schemas.microsoft.com/office/drawing/2014/main" id="{7C33A21D-CDF8-07B9-F793-353CD48B6035}"/>
              </a:ext>
            </a:extLst>
          </p:cNvPr>
          <p:cNvSpPr txBox="1"/>
          <p:nvPr/>
        </p:nvSpPr>
        <p:spPr>
          <a:xfrm>
            <a:off x="294515" y="782080"/>
            <a:ext cx="8601450" cy="2800767"/>
          </a:xfrm>
          <a:prstGeom prst="rect">
            <a:avLst/>
          </a:prstGeom>
          <a:solidFill>
            <a:schemeClr val="tx2">
              <a:lumMod val="10000"/>
              <a:lumOff val="90000"/>
            </a:schemeClr>
          </a:solid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rPr>
              <a:t>◆問題：</a:t>
            </a:r>
            <a:r>
              <a:rPr kumimoji="1" lang="en-US" altLang="ja-JP" sz="1600" dirty="0">
                <a:latin typeface="Meiryo UI" panose="020B0604030504040204" pitchFamily="50" charset="-128"/>
                <a:ea typeface="Meiryo UI" panose="020B0604030504040204" pitchFamily="50" charset="-128"/>
              </a:rPr>
              <a:t>web</a:t>
            </a:r>
            <a:r>
              <a:rPr kumimoji="1" lang="ja-JP" altLang="en-US" sz="1600" dirty="0">
                <a:latin typeface="Meiryo UI" panose="020B0604030504040204" pitchFamily="50" charset="-128"/>
                <a:ea typeface="Meiryo UI" panose="020B0604030504040204" pitchFamily="50" charset="-128"/>
              </a:rPr>
              <a:t>上にも公開されている資料等に基づいて、</a:t>
            </a:r>
            <a:r>
              <a:rPr kumimoji="1" lang="ja-JP" altLang="en-US" sz="1600" b="1" dirty="0">
                <a:latin typeface="Meiryo UI" panose="020B0604030504040204" pitchFamily="50" charset="-128"/>
                <a:ea typeface="Meiryo UI" panose="020B0604030504040204" pitchFamily="50" charset="-128"/>
              </a:rPr>
              <a:t>一意に正解を特定できる選択式（</a:t>
            </a:r>
            <a:r>
              <a:rPr kumimoji="1" lang="en-US" altLang="ja-JP" sz="1600" b="1" dirty="0">
                <a:latin typeface="Meiryo UI" panose="020B0604030504040204" pitchFamily="50" charset="-128"/>
                <a:ea typeface="Meiryo UI" panose="020B0604030504040204" pitchFamily="50" charset="-128"/>
              </a:rPr>
              <a:t>5</a:t>
            </a:r>
            <a:r>
              <a:rPr kumimoji="1" lang="ja-JP" altLang="en-US" sz="1600" b="1" dirty="0">
                <a:latin typeface="Meiryo UI" panose="020B0604030504040204" pitchFamily="50" charset="-128"/>
                <a:ea typeface="Meiryo UI" panose="020B0604030504040204" pitchFamily="50" charset="-128"/>
              </a:rPr>
              <a:t>択）の、</a:t>
            </a:r>
            <a:endParaRPr kumimoji="1" lang="en-US" altLang="ja-JP" sz="1600" b="1"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　　　　　　</a:t>
            </a:r>
            <a:r>
              <a:rPr kumimoji="1" lang="ja-JP" altLang="en-US" sz="1600" b="1" dirty="0">
                <a:latin typeface="Meiryo UI" panose="020B0604030504040204" pitchFamily="50" charset="-128"/>
                <a:ea typeface="Meiryo UI" panose="020B0604030504040204" pitchFamily="50" charset="-128"/>
              </a:rPr>
              <a:t>日本の科学技術技術政策</a:t>
            </a:r>
            <a:r>
              <a:rPr kumimoji="1" lang="ja-JP" altLang="en-US" sz="1600" dirty="0">
                <a:latin typeface="Meiryo UI" panose="020B0604030504040204" pitchFamily="50" charset="-128"/>
                <a:ea typeface="Meiryo UI" panose="020B0604030504040204" pitchFamily="50" charset="-128"/>
              </a:rPr>
              <a:t>（特に、</a:t>
            </a:r>
            <a:r>
              <a:rPr kumimoji="1" lang="ja-JP" altLang="en-US" sz="1600" b="1" dirty="0">
                <a:latin typeface="Meiryo UI" panose="020B0604030504040204" pitchFamily="50" charset="-128"/>
                <a:ea typeface="Meiryo UI" panose="020B0604030504040204" pitchFamily="50" charset="-128"/>
              </a:rPr>
              <a:t>博士課程進学にかかる経済的支援、</a:t>
            </a:r>
            <a:endParaRPr kumimoji="1" lang="en-US" altLang="ja-JP" sz="1600" b="1" dirty="0">
              <a:latin typeface="Meiryo UI" panose="020B0604030504040204" pitchFamily="50" charset="-128"/>
              <a:ea typeface="Meiryo UI" panose="020B0604030504040204" pitchFamily="50" charset="-128"/>
            </a:endParaRPr>
          </a:p>
          <a:p>
            <a:r>
              <a:rPr kumimoji="1" lang="ja-JP" altLang="en-US" sz="1600" b="1" dirty="0">
                <a:latin typeface="Meiryo UI" panose="020B0604030504040204" pitchFamily="50" charset="-128"/>
                <a:ea typeface="Meiryo UI" panose="020B0604030504040204" pitchFamily="50" charset="-128"/>
              </a:rPr>
              <a:t>　　　　　　研究時間等の研究環境、競争的資金の使途・取扱、運営費交付金の配分の考え方 </a:t>
            </a:r>
            <a:r>
              <a:rPr kumimoji="1" lang="ja-JP" altLang="en-US" sz="1600" dirty="0">
                <a:latin typeface="Meiryo UI" panose="020B0604030504040204" pitchFamily="50" charset="-128"/>
                <a:ea typeface="Meiryo UI" panose="020B0604030504040204" pitchFamily="50" charset="-128"/>
              </a:rPr>
              <a:t>等）　</a:t>
            </a:r>
            <a:endParaRPr kumimoji="1" lang="en-US" altLang="ja-JP" sz="16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　　　　　　</a:t>
            </a:r>
            <a:r>
              <a:rPr kumimoji="1" lang="ja-JP" altLang="en-US" sz="1600" b="1" dirty="0">
                <a:latin typeface="Meiryo UI" panose="020B0604030504040204" pitchFamily="50" charset="-128"/>
                <a:ea typeface="Meiryo UI" panose="020B0604030504040204" pitchFamily="50" charset="-128"/>
              </a:rPr>
              <a:t>に関するクイズ</a:t>
            </a:r>
            <a:r>
              <a:rPr kumimoji="1" lang="ja-JP" altLang="en-US" sz="1600" dirty="0">
                <a:latin typeface="Meiryo UI" panose="020B0604030504040204" pitchFamily="50" charset="-128"/>
                <a:ea typeface="Meiryo UI" panose="020B0604030504040204" pitchFamily="50" charset="-128"/>
              </a:rPr>
              <a:t>を</a:t>
            </a:r>
            <a:r>
              <a:rPr kumimoji="1" lang="en-US" altLang="ja-JP" sz="1600" dirty="0">
                <a:latin typeface="Meiryo UI" panose="020B0604030504040204" pitchFamily="50" charset="-128"/>
                <a:ea typeface="Meiryo UI" panose="020B0604030504040204" pitchFamily="50" charset="-128"/>
              </a:rPr>
              <a:t>20</a:t>
            </a:r>
            <a:r>
              <a:rPr kumimoji="1" lang="ja-JP" altLang="en-US" sz="1600" dirty="0">
                <a:latin typeface="Meiryo UI" panose="020B0604030504040204" pitchFamily="50" charset="-128"/>
                <a:ea typeface="Meiryo UI" panose="020B0604030504040204" pitchFamily="50" charset="-128"/>
              </a:rPr>
              <a:t>問作成し、そのままプロンプトにする</a:t>
            </a:r>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◆実験対象の</a:t>
            </a:r>
            <a:r>
              <a:rPr kumimoji="1" lang="en-US" altLang="ja-JP" sz="1600" dirty="0">
                <a:latin typeface="Meiryo UI" panose="020B0604030504040204" pitchFamily="50" charset="-128"/>
                <a:ea typeface="Meiryo UI" panose="020B0604030504040204" pitchFamily="50" charset="-128"/>
              </a:rPr>
              <a:t>LLM</a:t>
            </a:r>
            <a:r>
              <a:rPr kumimoji="1" lang="ja-JP" altLang="en-US" sz="1600" dirty="0">
                <a:latin typeface="Meiryo UI" panose="020B0604030504040204" pitchFamily="50" charset="-128"/>
                <a:ea typeface="Meiryo UI" panose="020B0604030504040204" pitchFamily="50" charset="-128"/>
              </a:rPr>
              <a:t>：</a:t>
            </a:r>
            <a:r>
              <a:rPr kumimoji="1" lang="en-US" altLang="ja-JP" sz="1600" dirty="0">
                <a:latin typeface="Meiryo UI" panose="020B0604030504040204" pitchFamily="50" charset="-128"/>
                <a:ea typeface="Meiryo UI" panose="020B0604030504040204" pitchFamily="50" charset="-128"/>
              </a:rPr>
              <a:t>OpenAI</a:t>
            </a:r>
            <a:r>
              <a:rPr kumimoji="1" lang="ja-JP" altLang="en-US" sz="1600" dirty="0">
                <a:latin typeface="Meiryo UI" panose="020B0604030504040204" pitchFamily="50" charset="-128"/>
                <a:ea typeface="Meiryo UI" panose="020B0604030504040204" pitchFamily="50" charset="-128"/>
              </a:rPr>
              <a:t>の</a:t>
            </a:r>
            <a:r>
              <a:rPr kumimoji="1" lang="en-US" altLang="ja-JP" sz="1600" dirty="0">
                <a:latin typeface="Meiryo UI" panose="020B0604030504040204" pitchFamily="50" charset="-128"/>
                <a:ea typeface="Meiryo UI" panose="020B0604030504040204" pitchFamily="50" charset="-128"/>
              </a:rPr>
              <a:t>chat</a:t>
            </a:r>
            <a:r>
              <a:rPr kumimoji="1" lang="ja-JP" altLang="en-US" sz="1600" dirty="0">
                <a:latin typeface="Meiryo UI" panose="020B0604030504040204" pitchFamily="50" charset="-128"/>
                <a:ea typeface="Meiryo UI" panose="020B0604030504040204" pitchFamily="50" charset="-128"/>
              </a:rPr>
              <a:t>モデルを</a:t>
            </a:r>
            <a:r>
              <a:rPr kumimoji="1" lang="en-US" altLang="ja-JP" sz="1600" dirty="0">
                <a:latin typeface="Meiryo UI" panose="020B0604030504040204" pitchFamily="50" charset="-128"/>
                <a:ea typeface="Meiryo UI" panose="020B0604030504040204" pitchFamily="50" charset="-128"/>
              </a:rPr>
              <a:t>12</a:t>
            </a:r>
            <a:r>
              <a:rPr kumimoji="1" lang="ja-JP" altLang="en-US" sz="1600" dirty="0">
                <a:latin typeface="Meiryo UI" panose="020B0604030504040204" pitchFamily="50" charset="-128"/>
                <a:ea typeface="Meiryo UI" panose="020B0604030504040204" pitchFamily="50" charset="-128"/>
              </a:rPr>
              <a:t>種類使用</a:t>
            </a:r>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◆実験パラメータ</a:t>
            </a:r>
            <a:r>
              <a:rPr kumimoji="1" lang="en-US" altLang="ja-JP" sz="1600" dirty="0">
                <a:latin typeface="Meiryo UI" panose="020B0604030504040204" pitchFamily="50" charset="-128"/>
                <a:ea typeface="Meiryo UI" panose="020B0604030504040204" pitchFamily="50" charset="-128"/>
              </a:rPr>
              <a:t>: </a:t>
            </a:r>
            <a:r>
              <a:rPr kumimoji="1" lang="ja-JP" altLang="en-US" sz="1600" dirty="0">
                <a:latin typeface="Meiryo UI" panose="020B0604030504040204" pitchFamily="50" charset="-128"/>
                <a:ea typeface="Meiryo UI" panose="020B0604030504040204" pitchFamily="50" charset="-128"/>
              </a:rPr>
              <a:t>温度</a:t>
            </a:r>
            <a:r>
              <a:rPr kumimoji="1" lang="en-US" altLang="ja-JP" sz="1600" dirty="0">
                <a:latin typeface="Meiryo UI" panose="020B0604030504040204" pitchFamily="50" charset="-128"/>
                <a:ea typeface="Meiryo UI" panose="020B0604030504040204" pitchFamily="50" charset="-128"/>
              </a:rPr>
              <a:t>T</a:t>
            </a:r>
            <a:r>
              <a:rPr kumimoji="1" lang="ja-JP" altLang="en-US" sz="1600" dirty="0">
                <a:latin typeface="Meiryo UI" panose="020B0604030504040204" pitchFamily="50" charset="-128"/>
                <a:ea typeface="Meiryo UI" panose="020B0604030504040204" pitchFamily="50" charset="-128"/>
              </a:rPr>
              <a:t>は今回は</a:t>
            </a:r>
            <a:r>
              <a:rPr kumimoji="1" lang="en-US" altLang="ja-JP" sz="1600" dirty="0">
                <a:latin typeface="Meiryo UI" panose="020B0604030504040204" pitchFamily="50" charset="-128"/>
                <a:ea typeface="Meiryo UI" panose="020B0604030504040204" pitchFamily="50" charset="-128"/>
              </a:rPr>
              <a:t>1.0</a:t>
            </a:r>
            <a:r>
              <a:rPr kumimoji="1" lang="ja-JP" altLang="en-US" sz="1600" dirty="0">
                <a:latin typeface="Meiryo UI" panose="020B0604030504040204" pitchFamily="50" charset="-128"/>
                <a:ea typeface="Meiryo UI" panose="020B0604030504040204" pitchFamily="50" charset="-128"/>
              </a:rPr>
              <a:t>で固定</a:t>
            </a:r>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◆正答確率の測定方法</a:t>
            </a:r>
            <a:r>
              <a:rPr kumimoji="1" lang="en-US" altLang="ja-JP" sz="1600" dirty="0">
                <a:latin typeface="Meiryo UI" panose="020B0604030504040204" pitchFamily="50" charset="-128"/>
                <a:ea typeface="Meiryo UI" panose="020B0604030504040204" pitchFamily="50" charset="-128"/>
              </a:rPr>
              <a:t>: 5</a:t>
            </a:r>
            <a:r>
              <a:rPr kumimoji="1" lang="ja-JP" altLang="en-US" sz="1600" dirty="0">
                <a:latin typeface="Meiryo UI" panose="020B0604030504040204" pitchFamily="50" charset="-128"/>
                <a:ea typeface="Meiryo UI" panose="020B0604030504040204" pitchFamily="50" charset="-128"/>
              </a:rPr>
              <a:t>回測定の上で、</a:t>
            </a:r>
            <a:r>
              <a:rPr kumimoji="1" lang="en-US" altLang="ja-JP" sz="1600" dirty="0">
                <a:latin typeface="Meiryo UI" panose="020B0604030504040204" pitchFamily="50" charset="-128"/>
                <a:ea typeface="Meiryo UI" panose="020B0604030504040204" pitchFamily="50" charset="-128"/>
              </a:rPr>
              <a:t>API</a:t>
            </a:r>
            <a:r>
              <a:rPr kumimoji="1" lang="ja-JP" altLang="en-US" sz="1600" dirty="0">
                <a:latin typeface="Meiryo UI" panose="020B0604030504040204" pitchFamily="50" charset="-128"/>
                <a:ea typeface="Meiryo UI" panose="020B0604030504040204" pitchFamily="50" charset="-128"/>
              </a:rPr>
              <a:t>通じて得られる</a:t>
            </a:r>
            <a:endParaRPr kumimoji="1" lang="en-US" altLang="ja-JP" sz="16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　　　　　　　　　　　　　　　　</a:t>
            </a:r>
            <a:r>
              <a:rPr kumimoji="1" lang="en-US" altLang="ja-JP" sz="1600" dirty="0">
                <a:latin typeface="Meiryo UI" panose="020B0604030504040204" pitchFamily="50" charset="-128"/>
                <a:ea typeface="Meiryo UI" panose="020B0604030504040204" pitchFamily="50" charset="-128"/>
              </a:rPr>
              <a:t>probability</a:t>
            </a:r>
            <a:r>
              <a:rPr kumimoji="1" lang="ja-JP" altLang="en-US" sz="1600" dirty="0">
                <a:latin typeface="Meiryo UI" panose="020B0604030504040204" pitchFamily="50" charset="-128"/>
                <a:ea typeface="Meiryo UI" panose="020B0604030504040204" pitchFamily="50" charset="-128"/>
              </a:rPr>
              <a:t>の平均値を採用</a:t>
            </a:r>
            <a:endParaRPr kumimoji="1" lang="en-US" altLang="ja-JP" sz="1600" dirty="0">
              <a:latin typeface="Meiryo UI" panose="020B0604030504040204" pitchFamily="50" charset="-128"/>
              <a:ea typeface="Meiryo UI" panose="020B0604030504040204" pitchFamily="50" charset="-128"/>
            </a:endParaRPr>
          </a:p>
        </p:txBody>
      </p:sp>
      <p:graphicFrame>
        <p:nvGraphicFramePr>
          <p:cNvPr id="5" name="表 4">
            <a:extLst>
              <a:ext uri="{FF2B5EF4-FFF2-40B4-BE49-F238E27FC236}">
                <a16:creationId xmlns:a16="http://schemas.microsoft.com/office/drawing/2014/main" id="{17009C0F-C5AF-9870-D5B3-BDCF2128CBAA}"/>
              </a:ext>
            </a:extLst>
          </p:cNvPr>
          <p:cNvGraphicFramePr>
            <a:graphicFrameLocks noGrp="1"/>
          </p:cNvGraphicFramePr>
          <p:nvPr>
            <p:extLst>
              <p:ext uri="{D42A27DB-BD31-4B8C-83A1-F6EECF244321}">
                <p14:modId xmlns:p14="http://schemas.microsoft.com/office/powerpoint/2010/main" val="1180117837"/>
              </p:ext>
            </p:extLst>
          </p:nvPr>
        </p:nvGraphicFramePr>
        <p:xfrm>
          <a:off x="5649085" y="2581528"/>
          <a:ext cx="3200400" cy="3749040"/>
        </p:xfrm>
        <a:graphic>
          <a:graphicData uri="http://schemas.openxmlformats.org/drawingml/2006/table">
            <a:tbl>
              <a:tblPr firstRow="1" bandRow="1">
                <a:tableStyleId>{5C22544A-7EE6-4342-B048-85BDC9FD1C3A}</a:tableStyleId>
              </a:tblPr>
              <a:tblGrid>
                <a:gridCol w="755073">
                  <a:extLst>
                    <a:ext uri="{9D8B030D-6E8A-4147-A177-3AD203B41FA5}">
                      <a16:colId xmlns:a16="http://schemas.microsoft.com/office/drawing/2014/main" val="1406117593"/>
                    </a:ext>
                  </a:extLst>
                </a:gridCol>
                <a:gridCol w="2445327">
                  <a:extLst>
                    <a:ext uri="{9D8B030D-6E8A-4147-A177-3AD203B41FA5}">
                      <a16:colId xmlns:a16="http://schemas.microsoft.com/office/drawing/2014/main" val="3857349111"/>
                    </a:ext>
                  </a:extLst>
                </a:gridCol>
              </a:tblGrid>
              <a:tr h="264787">
                <a:tc>
                  <a:txBody>
                    <a:bodyPr/>
                    <a:lstStyle/>
                    <a:p>
                      <a:pPr algn="ctr"/>
                      <a:r>
                        <a:rPr kumimoji="1" lang="ja-JP" altLang="en-US" sz="1200" b="1" kern="1200" dirty="0">
                          <a:solidFill>
                            <a:schemeClr val="lt1"/>
                          </a:solidFill>
                          <a:effectLst/>
                          <a:latin typeface="Meiryo UI" panose="020B0604030504040204" pitchFamily="50" charset="-128"/>
                          <a:ea typeface="Meiryo UI" panose="020B0604030504040204" pitchFamily="50" charset="-128"/>
                          <a:cs typeface="+mn-cs"/>
                        </a:rPr>
                        <a:t>番号</a:t>
                      </a:r>
                      <a:endParaRPr kumimoji="1" lang="en-US" altLang="ja-JP" sz="1200" b="1" kern="1200" dirty="0">
                        <a:solidFill>
                          <a:schemeClr val="lt1"/>
                        </a:solidFill>
                        <a:effectLst/>
                        <a:latin typeface="Meiryo UI" panose="020B0604030504040204" pitchFamily="50" charset="-128"/>
                        <a:ea typeface="Meiryo UI" panose="020B0604030504040204" pitchFamily="50" charset="-128"/>
                        <a:cs typeface="+mn-cs"/>
                      </a:endParaRPr>
                    </a:p>
                  </a:txBody>
                  <a:tcPr/>
                </a:tc>
                <a:tc>
                  <a:txBody>
                    <a:bodyPr/>
                    <a:lstStyle/>
                    <a:p>
                      <a:pPr algn="ctr"/>
                      <a:r>
                        <a:rPr kumimoji="1" lang="ja-JP" altLang="en-US" sz="1200" b="1" kern="1200" dirty="0">
                          <a:solidFill>
                            <a:schemeClr val="lt1"/>
                          </a:solidFill>
                          <a:effectLst/>
                          <a:latin typeface="Meiryo UI" panose="020B0604030504040204" pitchFamily="50" charset="-128"/>
                          <a:ea typeface="Meiryo UI" panose="020B0604030504040204" pitchFamily="50" charset="-128"/>
                          <a:cs typeface="+mn-cs"/>
                        </a:rPr>
                        <a:t>能力測定の対象とした</a:t>
                      </a:r>
                      <a:endParaRPr kumimoji="1" lang="en-US" altLang="ja-JP" sz="1200" b="1" kern="1200" dirty="0">
                        <a:solidFill>
                          <a:schemeClr val="lt1"/>
                        </a:solidFill>
                        <a:effectLst/>
                        <a:latin typeface="Meiryo UI" panose="020B0604030504040204" pitchFamily="50" charset="-128"/>
                        <a:ea typeface="Meiryo UI" panose="020B0604030504040204" pitchFamily="50" charset="-128"/>
                        <a:cs typeface="+mn-cs"/>
                      </a:endParaRPr>
                    </a:p>
                    <a:p>
                      <a:pPr algn="ctr"/>
                      <a:r>
                        <a:rPr kumimoji="1" lang="en-US" altLang="ja-JP" sz="1200" b="1" kern="1200" dirty="0">
                          <a:solidFill>
                            <a:schemeClr val="lt1"/>
                          </a:solidFill>
                          <a:effectLst/>
                          <a:latin typeface="Meiryo UI" panose="020B0604030504040204" pitchFamily="50" charset="-128"/>
                          <a:ea typeface="Meiryo UI" panose="020B0604030504040204" pitchFamily="50" charset="-128"/>
                          <a:cs typeface="+mn-cs"/>
                        </a:rPr>
                        <a:t>LLM</a:t>
                      </a:r>
                    </a:p>
                  </a:txBody>
                  <a:tcPr/>
                </a:tc>
                <a:extLst>
                  <a:ext uri="{0D108BD9-81ED-4DB2-BD59-A6C34878D82A}">
                    <a16:rowId xmlns:a16="http://schemas.microsoft.com/office/drawing/2014/main" val="3160337025"/>
                  </a:ext>
                </a:extLst>
              </a:tr>
              <a:tr h="264787">
                <a:tc>
                  <a:txBody>
                    <a:bodyPr/>
                    <a:lstStyle/>
                    <a:p>
                      <a:pPr algn="ctr"/>
                      <a:r>
                        <a:rPr kumimoji="1" lang="en-US" altLang="ja-JP" sz="1200" dirty="0">
                          <a:solidFill>
                            <a:schemeClr val="tx1"/>
                          </a:solidFill>
                          <a:latin typeface="Meiryo UI" panose="020B0604030504040204" pitchFamily="50" charset="-128"/>
                          <a:ea typeface="Meiryo UI" panose="020B0604030504040204" pitchFamily="50" charset="-128"/>
                        </a:rPr>
                        <a:t>1</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tx1"/>
                          </a:solidFill>
                          <a:effectLst/>
                          <a:latin typeface="Meiryo UI" panose="020B0604030504040204" pitchFamily="50" charset="-128"/>
                          <a:ea typeface="Meiryo UI" panose="020B0604030504040204" pitchFamily="50" charset="-128"/>
                          <a:cs typeface="+mn-cs"/>
                        </a:rPr>
                        <a:t>gpt-3.5-turbo-1106</a:t>
                      </a:r>
                    </a:p>
                  </a:txBody>
                  <a:tcPr/>
                </a:tc>
                <a:extLst>
                  <a:ext uri="{0D108BD9-81ED-4DB2-BD59-A6C34878D82A}">
                    <a16:rowId xmlns:a16="http://schemas.microsoft.com/office/drawing/2014/main" val="3533034028"/>
                  </a:ext>
                </a:extLst>
              </a:tr>
              <a:tr h="264787">
                <a:tc>
                  <a:txBody>
                    <a:bodyPr/>
                    <a:lstStyle/>
                    <a:p>
                      <a:pPr algn="ctr"/>
                      <a:r>
                        <a:rPr kumimoji="1" lang="en-US" altLang="ja-JP" sz="1200" dirty="0">
                          <a:solidFill>
                            <a:schemeClr val="tx1"/>
                          </a:solidFill>
                          <a:latin typeface="Meiryo UI" panose="020B0604030504040204" pitchFamily="50" charset="-128"/>
                          <a:ea typeface="Meiryo UI" panose="020B0604030504040204" pitchFamily="50" charset="-128"/>
                        </a:rPr>
                        <a:t>2</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tx1"/>
                          </a:solidFill>
                          <a:effectLst/>
                          <a:latin typeface="Meiryo UI" panose="020B0604030504040204" pitchFamily="50" charset="-128"/>
                          <a:ea typeface="Meiryo UI" panose="020B0604030504040204" pitchFamily="50" charset="-128"/>
                          <a:cs typeface="+mn-cs"/>
                        </a:rPr>
                        <a:t>gpt-3.5-turbo-0125</a:t>
                      </a:r>
                    </a:p>
                  </a:txBody>
                  <a:tcPr/>
                </a:tc>
                <a:extLst>
                  <a:ext uri="{0D108BD9-81ED-4DB2-BD59-A6C34878D82A}">
                    <a16:rowId xmlns:a16="http://schemas.microsoft.com/office/drawing/2014/main" val="3610644806"/>
                  </a:ext>
                </a:extLst>
              </a:tr>
              <a:tr h="264787">
                <a:tc>
                  <a:txBody>
                    <a:bodyPr/>
                    <a:lstStyle/>
                    <a:p>
                      <a:pPr algn="ctr"/>
                      <a:r>
                        <a:rPr kumimoji="1" lang="en-US" altLang="ja-JP" sz="1200" dirty="0">
                          <a:solidFill>
                            <a:schemeClr val="tx1"/>
                          </a:solidFill>
                          <a:latin typeface="Meiryo UI" panose="020B0604030504040204" pitchFamily="50" charset="-128"/>
                          <a:ea typeface="Meiryo UI" panose="020B0604030504040204" pitchFamily="50" charset="-128"/>
                        </a:rPr>
                        <a:t>3</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tx1"/>
                          </a:solidFill>
                          <a:effectLst/>
                          <a:latin typeface="Meiryo UI" panose="020B0604030504040204" pitchFamily="50" charset="-128"/>
                          <a:ea typeface="Meiryo UI" panose="020B0604030504040204" pitchFamily="50" charset="-128"/>
                          <a:cs typeface="+mn-cs"/>
                        </a:rPr>
                        <a:t>gpt-4-1106-preview</a:t>
                      </a:r>
                    </a:p>
                  </a:txBody>
                  <a:tcPr/>
                </a:tc>
                <a:extLst>
                  <a:ext uri="{0D108BD9-81ED-4DB2-BD59-A6C34878D82A}">
                    <a16:rowId xmlns:a16="http://schemas.microsoft.com/office/drawing/2014/main" val="2026581075"/>
                  </a:ext>
                </a:extLst>
              </a:tr>
              <a:tr h="264787">
                <a:tc>
                  <a:txBody>
                    <a:bodyPr/>
                    <a:lstStyle/>
                    <a:p>
                      <a:pPr algn="ctr"/>
                      <a:r>
                        <a:rPr kumimoji="1" lang="en-US" altLang="ja-JP" sz="1200" dirty="0">
                          <a:solidFill>
                            <a:schemeClr val="tx1"/>
                          </a:solidFill>
                          <a:latin typeface="Meiryo UI" panose="020B0604030504040204" pitchFamily="50" charset="-128"/>
                          <a:ea typeface="Meiryo UI" panose="020B0604030504040204" pitchFamily="50" charset="-128"/>
                        </a:rPr>
                        <a:t>4</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tx1"/>
                          </a:solidFill>
                          <a:effectLst/>
                          <a:latin typeface="Meiryo UI" panose="020B0604030504040204" pitchFamily="50" charset="-128"/>
                          <a:ea typeface="Meiryo UI" panose="020B0604030504040204" pitchFamily="50" charset="-128"/>
                          <a:cs typeface="+mn-cs"/>
                        </a:rPr>
                        <a:t>gpt-4-0125-preview</a:t>
                      </a:r>
                    </a:p>
                  </a:txBody>
                  <a:tcPr/>
                </a:tc>
                <a:extLst>
                  <a:ext uri="{0D108BD9-81ED-4DB2-BD59-A6C34878D82A}">
                    <a16:rowId xmlns:a16="http://schemas.microsoft.com/office/drawing/2014/main" val="1376879065"/>
                  </a:ext>
                </a:extLst>
              </a:tr>
              <a:tr h="264787">
                <a:tc>
                  <a:txBody>
                    <a:bodyPr/>
                    <a:lstStyle/>
                    <a:p>
                      <a:pPr algn="ctr"/>
                      <a:r>
                        <a:rPr kumimoji="1" lang="en-US" altLang="ja-JP" sz="1200" dirty="0">
                          <a:solidFill>
                            <a:schemeClr val="tx1"/>
                          </a:solidFill>
                          <a:latin typeface="Meiryo UI" panose="020B0604030504040204" pitchFamily="50" charset="-128"/>
                          <a:ea typeface="Meiryo UI" panose="020B0604030504040204" pitchFamily="50" charset="-128"/>
                        </a:rPr>
                        <a:t>5</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tx1"/>
                          </a:solidFill>
                          <a:effectLst/>
                          <a:latin typeface="Meiryo UI" panose="020B0604030504040204" pitchFamily="50" charset="-128"/>
                          <a:ea typeface="Meiryo UI" panose="020B0604030504040204" pitchFamily="50" charset="-128"/>
                          <a:cs typeface="+mn-cs"/>
                        </a:rPr>
                        <a:t>gpt-4</a:t>
                      </a:r>
                    </a:p>
                  </a:txBody>
                  <a:tcPr/>
                </a:tc>
                <a:extLst>
                  <a:ext uri="{0D108BD9-81ED-4DB2-BD59-A6C34878D82A}">
                    <a16:rowId xmlns:a16="http://schemas.microsoft.com/office/drawing/2014/main" val="317227208"/>
                  </a:ext>
                </a:extLst>
              </a:tr>
              <a:tr h="264787">
                <a:tc>
                  <a:txBody>
                    <a:bodyPr/>
                    <a:lstStyle/>
                    <a:p>
                      <a:pPr algn="ctr"/>
                      <a:r>
                        <a:rPr kumimoji="1" lang="en-US" altLang="ja-JP" sz="1200" dirty="0">
                          <a:solidFill>
                            <a:schemeClr val="tx1"/>
                          </a:solidFill>
                          <a:latin typeface="Meiryo UI" panose="020B0604030504040204" pitchFamily="50" charset="-128"/>
                          <a:ea typeface="Meiryo UI" panose="020B0604030504040204" pitchFamily="50" charset="-128"/>
                        </a:rPr>
                        <a:t>6</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tx1"/>
                          </a:solidFill>
                          <a:effectLst/>
                          <a:latin typeface="Meiryo UI" panose="020B0604030504040204" pitchFamily="50" charset="-128"/>
                          <a:ea typeface="Meiryo UI" panose="020B0604030504040204" pitchFamily="50" charset="-128"/>
                          <a:cs typeface="+mn-cs"/>
                        </a:rPr>
                        <a:t>gpt-4-turbo-2024-04-09</a:t>
                      </a:r>
                    </a:p>
                  </a:txBody>
                  <a:tcPr/>
                </a:tc>
                <a:extLst>
                  <a:ext uri="{0D108BD9-81ED-4DB2-BD59-A6C34878D82A}">
                    <a16:rowId xmlns:a16="http://schemas.microsoft.com/office/drawing/2014/main" val="3657160935"/>
                  </a:ext>
                </a:extLst>
              </a:tr>
              <a:tr h="264787">
                <a:tc>
                  <a:txBody>
                    <a:bodyPr/>
                    <a:lstStyle/>
                    <a:p>
                      <a:pPr algn="ctr"/>
                      <a:r>
                        <a:rPr kumimoji="1" lang="en-US" altLang="ja-JP" sz="1200" dirty="0">
                          <a:solidFill>
                            <a:schemeClr val="tx1"/>
                          </a:solidFill>
                          <a:latin typeface="Meiryo UI" panose="020B0604030504040204" pitchFamily="50" charset="-128"/>
                          <a:ea typeface="Meiryo UI" panose="020B0604030504040204" pitchFamily="50" charset="-128"/>
                        </a:rPr>
                        <a:t>7</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tx1"/>
                          </a:solidFill>
                          <a:effectLst/>
                          <a:latin typeface="Meiryo UI" panose="020B0604030504040204" pitchFamily="50" charset="-128"/>
                          <a:ea typeface="Meiryo UI" panose="020B0604030504040204" pitchFamily="50" charset="-128"/>
                          <a:cs typeface="+mn-cs"/>
                        </a:rPr>
                        <a:t>gpt-4-turbo</a:t>
                      </a:r>
                    </a:p>
                  </a:txBody>
                  <a:tcPr/>
                </a:tc>
                <a:extLst>
                  <a:ext uri="{0D108BD9-81ED-4DB2-BD59-A6C34878D82A}">
                    <a16:rowId xmlns:a16="http://schemas.microsoft.com/office/drawing/2014/main" val="3452555179"/>
                  </a:ext>
                </a:extLst>
              </a:tr>
              <a:tr h="264787">
                <a:tc>
                  <a:txBody>
                    <a:bodyPr/>
                    <a:lstStyle/>
                    <a:p>
                      <a:pPr algn="ctr"/>
                      <a:r>
                        <a:rPr kumimoji="1" lang="en-US" altLang="ja-JP" sz="1200" dirty="0">
                          <a:solidFill>
                            <a:schemeClr val="tx1"/>
                          </a:solidFill>
                          <a:latin typeface="Meiryo UI" panose="020B0604030504040204" pitchFamily="50" charset="-128"/>
                          <a:ea typeface="Meiryo UI" panose="020B0604030504040204" pitchFamily="50" charset="-128"/>
                        </a:rPr>
                        <a:t>8</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tx1"/>
                          </a:solidFill>
                          <a:effectLst/>
                          <a:latin typeface="Meiryo UI" panose="020B0604030504040204" pitchFamily="50" charset="-128"/>
                          <a:ea typeface="Meiryo UI" panose="020B0604030504040204" pitchFamily="50" charset="-128"/>
                          <a:cs typeface="+mn-cs"/>
                        </a:rPr>
                        <a:t>chatgpt-4o-latest</a:t>
                      </a:r>
                    </a:p>
                  </a:txBody>
                  <a:tcPr/>
                </a:tc>
                <a:extLst>
                  <a:ext uri="{0D108BD9-81ED-4DB2-BD59-A6C34878D82A}">
                    <a16:rowId xmlns:a16="http://schemas.microsoft.com/office/drawing/2014/main" val="1081513887"/>
                  </a:ext>
                </a:extLst>
              </a:tr>
              <a:tr h="264787">
                <a:tc>
                  <a:txBody>
                    <a:bodyPr/>
                    <a:lstStyle/>
                    <a:p>
                      <a:pPr algn="ctr"/>
                      <a:r>
                        <a:rPr kumimoji="1" lang="en-US" altLang="ja-JP" sz="1200" dirty="0">
                          <a:solidFill>
                            <a:schemeClr val="tx1"/>
                          </a:solidFill>
                          <a:latin typeface="Meiryo UI" panose="020B0604030504040204" pitchFamily="50" charset="-128"/>
                          <a:ea typeface="Meiryo UI" panose="020B0604030504040204" pitchFamily="50" charset="-128"/>
                        </a:rPr>
                        <a:t>9</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tx1"/>
                          </a:solidFill>
                          <a:effectLst/>
                          <a:latin typeface="Meiryo UI" panose="020B0604030504040204" pitchFamily="50" charset="-128"/>
                          <a:ea typeface="Meiryo UI" panose="020B0604030504040204" pitchFamily="50" charset="-128"/>
                          <a:cs typeface="+mn-cs"/>
                        </a:rPr>
                        <a:t>gpt-4o-mini-2024-07-18</a:t>
                      </a:r>
                    </a:p>
                  </a:txBody>
                  <a:tcPr/>
                </a:tc>
                <a:extLst>
                  <a:ext uri="{0D108BD9-81ED-4DB2-BD59-A6C34878D82A}">
                    <a16:rowId xmlns:a16="http://schemas.microsoft.com/office/drawing/2014/main" val="1568155248"/>
                  </a:ext>
                </a:extLst>
              </a:tr>
              <a:tr h="264787">
                <a:tc>
                  <a:txBody>
                    <a:bodyPr/>
                    <a:lstStyle/>
                    <a:p>
                      <a:pPr algn="ctr"/>
                      <a:r>
                        <a:rPr kumimoji="1" lang="en-US" altLang="ja-JP" sz="1200" dirty="0">
                          <a:solidFill>
                            <a:schemeClr val="tx1"/>
                          </a:solidFill>
                          <a:latin typeface="Meiryo UI" panose="020B0604030504040204" pitchFamily="50" charset="-128"/>
                          <a:ea typeface="Meiryo UI" panose="020B0604030504040204" pitchFamily="50" charset="-128"/>
                        </a:rPr>
                        <a:t>10</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tx1"/>
                          </a:solidFill>
                          <a:effectLst/>
                          <a:latin typeface="Meiryo UI" panose="020B0604030504040204" pitchFamily="50" charset="-128"/>
                          <a:ea typeface="Meiryo UI" panose="020B0604030504040204" pitchFamily="50" charset="-128"/>
                          <a:cs typeface="+mn-cs"/>
                        </a:rPr>
                        <a:t>gpt-4o</a:t>
                      </a:r>
                    </a:p>
                  </a:txBody>
                  <a:tcPr/>
                </a:tc>
                <a:extLst>
                  <a:ext uri="{0D108BD9-81ED-4DB2-BD59-A6C34878D82A}">
                    <a16:rowId xmlns:a16="http://schemas.microsoft.com/office/drawing/2014/main" val="306093958"/>
                  </a:ext>
                </a:extLst>
              </a:tr>
              <a:tr h="264787">
                <a:tc>
                  <a:txBody>
                    <a:bodyPr/>
                    <a:lstStyle/>
                    <a:p>
                      <a:pPr algn="ctr"/>
                      <a:r>
                        <a:rPr kumimoji="1" lang="en-US" altLang="ja-JP" sz="1200" dirty="0">
                          <a:solidFill>
                            <a:schemeClr val="tx1"/>
                          </a:solidFill>
                          <a:latin typeface="Meiryo UI" panose="020B0604030504040204" pitchFamily="50" charset="-128"/>
                          <a:ea typeface="Meiryo UI" panose="020B0604030504040204" pitchFamily="50" charset="-128"/>
                        </a:rPr>
                        <a:t>11</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tx1"/>
                          </a:solidFill>
                          <a:effectLst/>
                          <a:latin typeface="Meiryo UI" panose="020B0604030504040204" pitchFamily="50" charset="-128"/>
                          <a:ea typeface="Meiryo UI" panose="020B0604030504040204" pitchFamily="50" charset="-128"/>
                          <a:cs typeface="+mn-cs"/>
                        </a:rPr>
                        <a:t>gpt-4o-2024-05-13</a:t>
                      </a:r>
                    </a:p>
                  </a:txBody>
                  <a:tcPr/>
                </a:tc>
                <a:extLst>
                  <a:ext uri="{0D108BD9-81ED-4DB2-BD59-A6C34878D82A}">
                    <a16:rowId xmlns:a16="http://schemas.microsoft.com/office/drawing/2014/main" val="1198870671"/>
                  </a:ext>
                </a:extLst>
              </a:tr>
              <a:tr h="264787">
                <a:tc>
                  <a:txBody>
                    <a:bodyPr/>
                    <a:lstStyle/>
                    <a:p>
                      <a:pPr algn="ctr"/>
                      <a:r>
                        <a:rPr kumimoji="1" lang="en-US" altLang="ja-JP" sz="1200" dirty="0">
                          <a:solidFill>
                            <a:schemeClr val="tx1"/>
                          </a:solidFill>
                          <a:latin typeface="Meiryo UI" panose="020B0604030504040204" pitchFamily="50" charset="-128"/>
                          <a:ea typeface="Meiryo UI" panose="020B0604030504040204" pitchFamily="50" charset="-128"/>
                        </a:rPr>
                        <a:t>12</a:t>
                      </a:r>
                      <a:endParaRPr kumimoji="1" lang="ja-JP" altLang="en-US" sz="1200" dirty="0">
                        <a:solidFill>
                          <a:schemeClr val="tx1"/>
                        </a:solidFill>
                        <a:latin typeface="Meiryo UI" panose="020B0604030504040204" pitchFamily="50" charset="-128"/>
                        <a:ea typeface="Meiryo UI" panose="020B0604030504040204" pitchFamily="50"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tx1"/>
                          </a:solidFill>
                          <a:effectLst/>
                          <a:latin typeface="Meiryo UI" panose="020B0604030504040204" pitchFamily="50" charset="-128"/>
                          <a:ea typeface="Meiryo UI" panose="020B0604030504040204" pitchFamily="50" charset="-128"/>
                          <a:cs typeface="+mn-cs"/>
                        </a:rPr>
                        <a:t>gpt-4o-2024-08-06</a:t>
                      </a:r>
                    </a:p>
                  </a:txBody>
                  <a:tcPr/>
                </a:tc>
                <a:extLst>
                  <a:ext uri="{0D108BD9-81ED-4DB2-BD59-A6C34878D82A}">
                    <a16:rowId xmlns:a16="http://schemas.microsoft.com/office/drawing/2014/main" val="3501054489"/>
                  </a:ext>
                </a:extLst>
              </a:tr>
            </a:tbl>
          </a:graphicData>
        </a:graphic>
      </p:graphicFrame>
      <p:pic>
        <p:nvPicPr>
          <p:cNvPr id="6" name="図 5" descr="グラフ&#10;&#10;AI によって生成されたコンテンツは間違っている可能性があります。">
            <a:extLst>
              <a:ext uri="{FF2B5EF4-FFF2-40B4-BE49-F238E27FC236}">
                <a16:creationId xmlns:a16="http://schemas.microsoft.com/office/drawing/2014/main" id="{3808E27E-902E-EA69-EBF9-F58DA9F884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033" y="4558799"/>
            <a:ext cx="5321024" cy="1753857"/>
          </a:xfrm>
          <a:prstGeom prst="rect">
            <a:avLst/>
          </a:prstGeom>
        </p:spPr>
      </p:pic>
      <p:sp>
        <p:nvSpPr>
          <p:cNvPr id="7" name="テキスト ボックス 6">
            <a:extLst>
              <a:ext uri="{FF2B5EF4-FFF2-40B4-BE49-F238E27FC236}">
                <a16:creationId xmlns:a16="http://schemas.microsoft.com/office/drawing/2014/main" id="{F6232AD4-9C08-D4A5-676F-5825C1782938}"/>
              </a:ext>
            </a:extLst>
          </p:cNvPr>
          <p:cNvSpPr txBox="1"/>
          <p:nvPr/>
        </p:nvSpPr>
        <p:spPr>
          <a:xfrm>
            <a:off x="792200" y="3960961"/>
            <a:ext cx="4487238" cy="523220"/>
          </a:xfrm>
          <a:prstGeom prst="rect">
            <a:avLst/>
          </a:prstGeom>
          <a:noFill/>
        </p:spPr>
        <p:txBody>
          <a:bodyPr wrap="square" rtlCol="0">
            <a:spAutoFit/>
          </a:bodyPr>
          <a:lstStyle/>
          <a:p>
            <a:r>
              <a:rPr kumimoji="1" lang="ja-JP" altLang="en-US" sz="1400" b="1" dirty="0">
                <a:latin typeface="Meiryo UI" panose="020B0604030504040204" pitchFamily="50" charset="-128"/>
                <a:ea typeface="Meiryo UI" panose="020B0604030504040204" pitchFamily="50" charset="-128"/>
              </a:rPr>
              <a:t>問題数</a:t>
            </a:r>
            <a:r>
              <a:rPr kumimoji="1" lang="en-US" altLang="ja-JP" sz="1400" b="1" dirty="0">
                <a:latin typeface="Meiryo UI" panose="020B0604030504040204" pitchFamily="50" charset="-128"/>
                <a:ea typeface="Meiryo UI" panose="020B0604030504040204" pitchFamily="50" charset="-128"/>
              </a:rPr>
              <a:t>M=20, LLM</a:t>
            </a:r>
            <a:r>
              <a:rPr kumimoji="1" lang="ja-JP" altLang="en-US" sz="1400" b="1" dirty="0">
                <a:latin typeface="Meiryo UI" panose="020B0604030504040204" pitchFamily="50" charset="-128"/>
                <a:ea typeface="Meiryo UI" panose="020B0604030504040204" pitchFamily="50" charset="-128"/>
              </a:rPr>
              <a:t>のサンプルサイズ</a:t>
            </a:r>
            <a:r>
              <a:rPr kumimoji="1" lang="en-US" altLang="ja-JP" sz="1400" b="1" dirty="0">
                <a:latin typeface="Meiryo UI" panose="020B0604030504040204" pitchFamily="50" charset="-128"/>
                <a:ea typeface="Meiryo UI" panose="020B0604030504040204" pitchFamily="50" charset="-128"/>
              </a:rPr>
              <a:t>N=12</a:t>
            </a:r>
            <a:r>
              <a:rPr kumimoji="1" lang="ja-JP" altLang="en-US" sz="1400" b="1" dirty="0">
                <a:latin typeface="Meiryo UI" panose="020B0604030504040204" pitchFamily="50" charset="-128"/>
                <a:ea typeface="Meiryo UI" panose="020B0604030504040204" pitchFamily="50" charset="-128"/>
              </a:rPr>
              <a:t>の場合</a:t>
            </a:r>
            <a:endParaRPr kumimoji="1" lang="en-US" altLang="ja-JP" sz="1400" b="1" dirty="0">
              <a:latin typeface="Meiryo UI" panose="020B0604030504040204" pitchFamily="50" charset="-128"/>
              <a:ea typeface="Meiryo UI" panose="020B0604030504040204" pitchFamily="50" charset="-128"/>
            </a:endParaRPr>
          </a:p>
          <a:p>
            <a:r>
              <a:rPr kumimoji="1" lang="ja-JP" altLang="en-US" sz="1400" b="1" dirty="0">
                <a:latin typeface="Meiryo UI" panose="020B0604030504040204" pitchFamily="50" charset="-128"/>
                <a:ea typeface="Meiryo UI" panose="020B0604030504040204" pitchFamily="50" charset="-128"/>
              </a:rPr>
              <a:t>（</a:t>
            </a:r>
            <a:r>
              <a:rPr kumimoji="1" lang="en-US" altLang="ja-JP" sz="1400" b="1" dirty="0">
                <a:latin typeface="Meiryo UI" panose="020B0604030504040204" pitchFamily="50" charset="-128"/>
                <a:ea typeface="Meiryo UI" panose="020B0604030504040204" pitchFamily="50" charset="-128"/>
              </a:rPr>
              <a:t>M</a:t>
            </a:r>
            <a:r>
              <a:rPr kumimoji="1" lang="ja-JP" altLang="en-US" sz="1400" b="1" dirty="0">
                <a:latin typeface="Meiryo UI" panose="020B0604030504040204" pitchFamily="50" charset="-128"/>
                <a:ea typeface="Meiryo UI" panose="020B0604030504040204" pitchFamily="50" charset="-128"/>
              </a:rPr>
              <a:t>と</a:t>
            </a:r>
            <a:r>
              <a:rPr kumimoji="1" lang="en-US" altLang="ja-JP" sz="1400" b="1" dirty="0">
                <a:latin typeface="Meiryo UI" panose="020B0604030504040204" pitchFamily="50" charset="-128"/>
                <a:ea typeface="Meiryo UI" panose="020B0604030504040204" pitchFamily="50" charset="-128"/>
              </a:rPr>
              <a:t>N</a:t>
            </a:r>
            <a:r>
              <a:rPr kumimoji="1" lang="ja-JP" altLang="en-US" sz="1400" b="1" dirty="0">
                <a:latin typeface="Meiryo UI" panose="020B0604030504040204" pitchFamily="50" charset="-128"/>
                <a:ea typeface="Meiryo UI" panose="020B0604030504040204" pitchFamily="50" charset="-128"/>
              </a:rPr>
              <a:t>は今回報告する実験で準備できた実際の数）</a:t>
            </a:r>
            <a:endParaRPr kumimoji="1" lang="en-US" altLang="ja-JP" sz="1400" b="1" dirty="0">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01D901A7-D0DA-CD70-534E-A3B7A37A41A9}"/>
              </a:ext>
            </a:extLst>
          </p:cNvPr>
          <p:cNvSpPr txBox="1"/>
          <p:nvPr/>
        </p:nvSpPr>
        <p:spPr>
          <a:xfrm>
            <a:off x="193646" y="6348479"/>
            <a:ext cx="5684346" cy="461665"/>
          </a:xfrm>
          <a:prstGeom prst="rect">
            <a:avLst/>
          </a:prstGeom>
          <a:noFill/>
        </p:spPr>
        <p:txBody>
          <a:bodyPr wrap="square" rtlCol="0">
            <a:spAutoFit/>
          </a:bodyPr>
          <a:lstStyle/>
          <a:p>
            <a:r>
              <a:rPr kumimoji="1" lang="ja-JP" altLang="en-US" sz="1200" dirty="0">
                <a:latin typeface="Meiryo UI" panose="020B0604030504040204" pitchFamily="50" charset="-128"/>
                <a:ea typeface="Meiryo UI" panose="020B0604030504040204" pitchFamily="50" charset="-128"/>
              </a:rPr>
              <a:t>○ 特に識別力</a:t>
            </a:r>
            <a:r>
              <a:rPr kumimoji="1" lang="en-US" altLang="ja-JP" sz="1200" dirty="0">
                <a:latin typeface="Meiryo UI" panose="020B0604030504040204" pitchFamily="50" charset="-128"/>
                <a:ea typeface="Meiryo UI" panose="020B0604030504040204" pitchFamily="50" charset="-128"/>
              </a:rPr>
              <a:t>a</a:t>
            </a:r>
            <a:r>
              <a:rPr kumimoji="1" lang="ja-JP" altLang="en-US" sz="1200" dirty="0">
                <a:latin typeface="Meiryo UI" panose="020B0604030504040204" pitchFamily="50" charset="-128"/>
                <a:ea typeface="Meiryo UI" panose="020B0604030504040204" pitchFamily="50" charset="-128"/>
              </a:rPr>
              <a:t>の標準誤差が大きいが、推定値は全体的に比較的安定</a:t>
            </a:r>
            <a:endParaRPr kumimoji="1" lang="en-US" altLang="ja-JP" sz="1200" dirty="0">
              <a:latin typeface="Meiryo UI" panose="020B0604030504040204" pitchFamily="50" charset="-128"/>
              <a:ea typeface="Meiryo UI" panose="020B0604030504040204" pitchFamily="50" charset="-128"/>
            </a:endParaRPr>
          </a:p>
          <a:p>
            <a:r>
              <a:rPr kumimoji="1" lang="ja-JP" altLang="en-US" sz="1200" dirty="0">
                <a:latin typeface="Meiryo UI" panose="020B0604030504040204" pitchFamily="50" charset="-128"/>
                <a:ea typeface="Meiryo UI" panose="020B0604030504040204" pitchFamily="50" charset="-128"/>
              </a:rPr>
              <a:t>○ </a:t>
            </a:r>
            <a:r>
              <a:rPr kumimoji="1" lang="en-US" altLang="ja-JP" sz="1200" dirty="0">
                <a:latin typeface="Meiryo UI" panose="020B0604030504040204" pitchFamily="50" charset="-128"/>
                <a:ea typeface="Meiryo UI" panose="020B0604030504040204" pitchFamily="50" charset="-128"/>
              </a:rPr>
              <a:t>theta</a:t>
            </a:r>
            <a:r>
              <a:rPr kumimoji="1" lang="ja-JP" altLang="en-US" sz="1200" dirty="0">
                <a:latin typeface="Meiryo UI" panose="020B0604030504040204" pitchFamily="50" charset="-128"/>
                <a:ea typeface="Meiryo UI" panose="020B0604030504040204" pitchFamily="50" charset="-128"/>
              </a:rPr>
              <a:t>の値は比較的標準誤差も小さい</a:t>
            </a:r>
            <a:endParaRPr kumimoji="1" lang="en-US" altLang="ja-JP" sz="1200" dirty="0">
              <a:latin typeface="Meiryo UI" panose="020B0604030504040204" pitchFamily="50" charset="-128"/>
              <a:ea typeface="Meiryo UI" panose="020B0604030504040204" pitchFamily="50" charset="-128"/>
            </a:endParaRPr>
          </a:p>
        </p:txBody>
      </p:sp>
      <p:sp>
        <p:nvSpPr>
          <p:cNvPr id="9" name="矢印: 右 8">
            <a:extLst>
              <a:ext uri="{FF2B5EF4-FFF2-40B4-BE49-F238E27FC236}">
                <a16:creationId xmlns:a16="http://schemas.microsoft.com/office/drawing/2014/main" id="{1B84F571-534C-2861-D728-D0697020ACCC}"/>
              </a:ext>
            </a:extLst>
          </p:cNvPr>
          <p:cNvSpPr/>
          <p:nvPr/>
        </p:nvSpPr>
        <p:spPr>
          <a:xfrm>
            <a:off x="5877992" y="6312656"/>
            <a:ext cx="320789" cy="441996"/>
          </a:xfrm>
          <a:prstGeom prst="right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A5315F69-0A9E-0EC8-D1F6-7B97FA5C8337}"/>
              </a:ext>
            </a:extLst>
          </p:cNvPr>
          <p:cNvSpPr txBox="1"/>
          <p:nvPr/>
        </p:nvSpPr>
        <p:spPr>
          <a:xfrm>
            <a:off x="6198781" y="6312656"/>
            <a:ext cx="2509284" cy="461665"/>
          </a:xfrm>
          <a:prstGeom prst="rect">
            <a:avLst/>
          </a:prstGeom>
          <a:noFill/>
        </p:spPr>
        <p:txBody>
          <a:bodyPr wrap="square" rtlCol="0">
            <a:spAutoFit/>
          </a:bodyPr>
          <a:lstStyle/>
          <a:p>
            <a:r>
              <a:rPr kumimoji="1" lang="ja-JP" altLang="en-US" sz="1200" dirty="0">
                <a:solidFill>
                  <a:srgbClr val="FF0000"/>
                </a:solidFill>
                <a:latin typeface="Meiryo UI" panose="020B0604030504040204" pitchFamily="50" charset="-128"/>
                <a:ea typeface="Meiryo UI" panose="020B0604030504040204" pitchFamily="50" charset="-128"/>
              </a:rPr>
              <a:t>トライアル的ではあるが、</a:t>
            </a:r>
            <a:endParaRPr kumimoji="1" lang="en-US" altLang="ja-JP" sz="1200" dirty="0">
              <a:solidFill>
                <a:srgbClr val="FF0000"/>
              </a:solidFill>
              <a:latin typeface="Meiryo UI" panose="020B0604030504040204" pitchFamily="50" charset="-128"/>
              <a:ea typeface="Meiryo UI" panose="020B0604030504040204" pitchFamily="50" charset="-128"/>
            </a:endParaRPr>
          </a:p>
          <a:p>
            <a:r>
              <a:rPr kumimoji="1" lang="ja-JP" altLang="en-US" sz="1200" dirty="0">
                <a:solidFill>
                  <a:srgbClr val="FF0000"/>
                </a:solidFill>
                <a:latin typeface="Meiryo UI" panose="020B0604030504040204" pitchFamily="50" charset="-128"/>
                <a:ea typeface="Meiryo UI" panose="020B0604030504040204" pitchFamily="50" charset="-128"/>
              </a:rPr>
              <a:t>大雑把な評価は可能と考えられる</a:t>
            </a:r>
            <a:endParaRPr kumimoji="1" lang="en-US" altLang="ja-JP" sz="1200" dirty="0">
              <a:solidFill>
                <a:srgbClr val="FF0000"/>
              </a:solidFill>
              <a:latin typeface="Meiryo UI" panose="020B0604030504040204" pitchFamily="50" charset="-128"/>
              <a:ea typeface="Meiryo UI" panose="020B0604030504040204" pitchFamily="50" charset="-128"/>
            </a:endParaRPr>
          </a:p>
        </p:txBody>
      </p:sp>
      <p:pic>
        <p:nvPicPr>
          <p:cNvPr id="1026" name="Picture 2">
            <a:extLst>
              <a:ext uri="{FF2B5EF4-FFF2-40B4-BE49-F238E27FC236}">
                <a16:creationId xmlns:a16="http://schemas.microsoft.com/office/drawing/2014/main" id="{D9B7A141-6FA3-EA63-FB37-A587D8D9F7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8880" y="1641943"/>
            <a:ext cx="863357" cy="863357"/>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ボックス 10">
            <a:extLst>
              <a:ext uri="{FF2B5EF4-FFF2-40B4-BE49-F238E27FC236}">
                <a16:creationId xmlns:a16="http://schemas.microsoft.com/office/drawing/2014/main" id="{751DD5FA-E04E-2939-B7AF-3E2AB0E056D6}"/>
              </a:ext>
            </a:extLst>
          </p:cNvPr>
          <p:cNvSpPr txBox="1"/>
          <p:nvPr/>
        </p:nvSpPr>
        <p:spPr>
          <a:xfrm>
            <a:off x="7018701" y="1856030"/>
            <a:ext cx="1349122" cy="338554"/>
          </a:xfrm>
          <a:prstGeom prst="rect">
            <a:avLst/>
          </a:prstGeom>
          <a:noFill/>
        </p:spPr>
        <p:txBody>
          <a:bodyPr wrap="square" rtlCol="0">
            <a:spAutoFit/>
          </a:bodyPr>
          <a:lstStyle/>
          <a:p>
            <a:r>
              <a:rPr kumimoji="1" lang="ja-JP" altLang="en-US" sz="1600" b="1" dirty="0">
                <a:solidFill>
                  <a:srgbClr val="0432FF"/>
                </a:solidFill>
                <a:latin typeface="Meiryo UI" panose="020B0604030504040204" pitchFamily="50" charset="-128"/>
                <a:ea typeface="Meiryo UI" panose="020B0604030504040204" pitchFamily="50" charset="-128"/>
              </a:rPr>
              <a:t>☚ 問題リスト</a:t>
            </a:r>
            <a:endParaRPr kumimoji="1" lang="en-US" altLang="ja-JP" sz="1600" b="1" dirty="0">
              <a:solidFill>
                <a:srgbClr val="0432FF"/>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865111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74396B-1820-3185-970C-675F43939393}"/>
              </a:ext>
            </a:extLst>
          </p:cNvPr>
          <p:cNvSpPr>
            <a:spLocks noGrp="1"/>
          </p:cNvSpPr>
          <p:nvPr>
            <p:ph type="title"/>
          </p:nvPr>
        </p:nvSpPr>
        <p:spPr>
          <a:xfrm>
            <a:off x="1163524" y="45349"/>
            <a:ext cx="7874150" cy="584276"/>
          </a:xfrm>
        </p:spPr>
        <p:txBody>
          <a:bodyPr/>
          <a:lstStyle/>
          <a:p>
            <a:r>
              <a:rPr kumimoji="1" lang="ja-JP" altLang="en-US" dirty="0"/>
              <a:t>政策研究関係のクイズでの結果概要① </a:t>
            </a:r>
            <a:r>
              <a:rPr lang="en-US" altLang="ja-JP" dirty="0"/>
              <a:t>- </a:t>
            </a:r>
            <a:r>
              <a:rPr lang="ja-JP" altLang="en-US" dirty="0"/>
              <a:t>能力推定値</a:t>
            </a:r>
            <a:endParaRPr kumimoji="1" lang="ja-JP" altLang="en-US" dirty="0"/>
          </a:p>
        </p:txBody>
      </p:sp>
      <p:sp>
        <p:nvSpPr>
          <p:cNvPr id="3" name="スライド番号プレースホルダー 2">
            <a:extLst>
              <a:ext uri="{FF2B5EF4-FFF2-40B4-BE49-F238E27FC236}">
                <a16:creationId xmlns:a16="http://schemas.microsoft.com/office/drawing/2014/main" id="{8A20A762-E0EB-1D7F-6F9E-7FD6BC5A35EC}"/>
              </a:ext>
            </a:extLst>
          </p:cNvPr>
          <p:cNvSpPr>
            <a:spLocks noGrp="1"/>
          </p:cNvSpPr>
          <p:nvPr>
            <p:ph type="sldNum" sz="quarter" idx="12"/>
          </p:nvPr>
        </p:nvSpPr>
        <p:spPr/>
        <p:txBody>
          <a:bodyPr/>
          <a:lstStyle/>
          <a:p>
            <a:pPr fontAlgn="auto">
              <a:spcBef>
                <a:spcPts val="0"/>
              </a:spcBef>
              <a:spcAft>
                <a:spcPts val="0"/>
              </a:spcAft>
            </a:pPr>
            <a:fld id="{14672B03-F2D0-4851-B792-39C5CEFB63BA}" type="slidenum">
              <a:rPr lang="ja-JP" altLang="en-US" smtClean="0">
                <a:latin typeface="Meiryo UI"/>
                <a:ea typeface="Meiryo UI"/>
              </a:rPr>
              <a:pPr fontAlgn="auto">
                <a:spcBef>
                  <a:spcPts val="0"/>
                </a:spcBef>
                <a:spcAft>
                  <a:spcPts val="0"/>
                </a:spcAft>
              </a:pPr>
              <a:t>11</a:t>
            </a:fld>
            <a:endParaRPr lang="ja-JP" altLang="en-US" dirty="0">
              <a:latin typeface="Meiryo UI"/>
              <a:ea typeface="Meiryo UI"/>
            </a:endParaRPr>
          </a:p>
        </p:txBody>
      </p:sp>
      <mc:AlternateContent xmlns:mc="http://schemas.openxmlformats.org/markup-compatibility/2006" xmlns:a14="http://schemas.microsoft.com/office/drawing/2010/main">
        <mc:Choice Requires="a14">
          <p:graphicFrame>
            <p:nvGraphicFramePr>
              <p:cNvPr id="4" name="表 3">
                <a:extLst>
                  <a:ext uri="{FF2B5EF4-FFF2-40B4-BE49-F238E27FC236}">
                    <a16:creationId xmlns:a16="http://schemas.microsoft.com/office/drawing/2014/main" id="{7C804795-F03C-B78C-F326-33A429C64663}"/>
                  </a:ext>
                </a:extLst>
              </p:cNvPr>
              <p:cNvGraphicFramePr>
                <a:graphicFrameLocks noGrp="1"/>
              </p:cNvGraphicFramePr>
              <p:nvPr>
                <p:extLst>
                  <p:ext uri="{D42A27DB-BD31-4B8C-83A1-F6EECF244321}">
                    <p14:modId xmlns:p14="http://schemas.microsoft.com/office/powerpoint/2010/main" val="2239362838"/>
                  </p:ext>
                </p:extLst>
              </p:nvPr>
            </p:nvGraphicFramePr>
            <p:xfrm>
              <a:off x="214857" y="1014006"/>
              <a:ext cx="6473022" cy="3962400"/>
            </p:xfrm>
            <a:graphic>
              <a:graphicData uri="http://schemas.openxmlformats.org/drawingml/2006/table">
                <a:tbl>
                  <a:tblPr firstRow="1" bandRow="1"/>
                  <a:tblGrid>
                    <a:gridCol w="915180">
                      <a:extLst>
                        <a:ext uri="{9D8B030D-6E8A-4147-A177-3AD203B41FA5}">
                          <a16:colId xmlns:a16="http://schemas.microsoft.com/office/drawing/2014/main" val="1406117593"/>
                        </a:ext>
                      </a:extLst>
                    </a:gridCol>
                    <a:gridCol w="2678848">
                      <a:extLst>
                        <a:ext uri="{9D8B030D-6E8A-4147-A177-3AD203B41FA5}">
                          <a16:colId xmlns:a16="http://schemas.microsoft.com/office/drawing/2014/main" val="3857349111"/>
                        </a:ext>
                      </a:extLst>
                    </a:gridCol>
                    <a:gridCol w="2878994">
                      <a:extLst>
                        <a:ext uri="{9D8B030D-6E8A-4147-A177-3AD203B41FA5}">
                          <a16:colId xmlns:a16="http://schemas.microsoft.com/office/drawing/2014/main" val="813849655"/>
                        </a:ext>
                      </a:extLst>
                    </a:gridCol>
                  </a:tblGrid>
                  <a:tr h="189888">
                    <a:tc>
                      <a:txBody>
                        <a:bodyPr/>
                        <a:lstStyle>
                          <a:lvl1pPr marL="0" algn="l" defTabSz="914400" rtl="0" eaLnBrk="1" latinLnBrk="0" hangingPunct="1">
                            <a:defRPr kumimoji="1" sz="1800" b="1" kern="1200">
                              <a:solidFill>
                                <a:schemeClr val="lt1"/>
                              </a:solidFill>
                              <a:latin typeface="Aptos" panose="02110004020202020204"/>
                            </a:defRPr>
                          </a:lvl1pPr>
                          <a:lvl2pPr marL="457200" algn="l" defTabSz="914400" rtl="0" eaLnBrk="1" latinLnBrk="0" hangingPunct="1">
                            <a:defRPr kumimoji="1" sz="1800" b="1" kern="1200">
                              <a:solidFill>
                                <a:schemeClr val="lt1"/>
                              </a:solidFill>
                              <a:latin typeface="Aptos" panose="02110004020202020204"/>
                            </a:defRPr>
                          </a:lvl2pPr>
                          <a:lvl3pPr marL="914400" algn="l" defTabSz="914400" rtl="0" eaLnBrk="1" latinLnBrk="0" hangingPunct="1">
                            <a:defRPr kumimoji="1" sz="1800" b="1" kern="1200">
                              <a:solidFill>
                                <a:schemeClr val="lt1"/>
                              </a:solidFill>
                              <a:latin typeface="Aptos" panose="02110004020202020204"/>
                            </a:defRPr>
                          </a:lvl3pPr>
                          <a:lvl4pPr marL="1371600" algn="l" defTabSz="914400" rtl="0" eaLnBrk="1" latinLnBrk="0" hangingPunct="1">
                            <a:defRPr kumimoji="1" sz="1800" b="1" kern="1200">
                              <a:solidFill>
                                <a:schemeClr val="lt1"/>
                              </a:solidFill>
                              <a:latin typeface="Aptos" panose="02110004020202020204"/>
                            </a:defRPr>
                          </a:lvl4pPr>
                          <a:lvl5pPr marL="1828800" algn="l" defTabSz="914400" rtl="0" eaLnBrk="1" latinLnBrk="0" hangingPunct="1">
                            <a:defRPr kumimoji="1" sz="1800" b="1" kern="1200">
                              <a:solidFill>
                                <a:schemeClr val="lt1"/>
                              </a:solidFill>
                              <a:latin typeface="Aptos" panose="02110004020202020204"/>
                            </a:defRPr>
                          </a:lvl5pPr>
                          <a:lvl6pPr marL="2286000" algn="l" defTabSz="914400" rtl="0" eaLnBrk="1" latinLnBrk="0" hangingPunct="1">
                            <a:defRPr kumimoji="1" sz="1800" b="1" kern="1200">
                              <a:solidFill>
                                <a:schemeClr val="lt1"/>
                              </a:solidFill>
                              <a:latin typeface="Aptos" panose="02110004020202020204"/>
                            </a:defRPr>
                          </a:lvl6pPr>
                          <a:lvl7pPr marL="2743200" algn="l" defTabSz="914400" rtl="0" eaLnBrk="1" latinLnBrk="0" hangingPunct="1">
                            <a:defRPr kumimoji="1" sz="1800" b="1" kern="1200">
                              <a:solidFill>
                                <a:schemeClr val="lt1"/>
                              </a:solidFill>
                              <a:latin typeface="Aptos" panose="02110004020202020204"/>
                            </a:defRPr>
                          </a:lvl7pPr>
                          <a:lvl8pPr marL="3200400" algn="l" defTabSz="914400" rtl="0" eaLnBrk="1" latinLnBrk="0" hangingPunct="1">
                            <a:defRPr kumimoji="1" sz="1800" b="1" kern="1200">
                              <a:solidFill>
                                <a:schemeClr val="lt1"/>
                              </a:solidFill>
                              <a:latin typeface="Aptos" panose="02110004020202020204"/>
                            </a:defRPr>
                          </a:lvl8pPr>
                          <a:lvl9pPr marL="3657600" algn="l" defTabSz="914400" rtl="0" eaLnBrk="1" latinLnBrk="0" hangingPunct="1">
                            <a:defRPr kumimoji="1" sz="1800" b="1" kern="1200">
                              <a:solidFill>
                                <a:schemeClr val="lt1"/>
                              </a:solidFill>
                              <a:latin typeface="Aptos" panose="02110004020202020204"/>
                            </a:defRPr>
                          </a:lvl9pPr>
                        </a:lstStyle>
                        <a:p>
                          <a:pPr algn="ctr"/>
                          <a:r>
                            <a:rPr kumimoji="1" lang="ja-JP" altLang="en-US" sz="1400" b="1" kern="1200" dirty="0">
                              <a:solidFill>
                                <a:schemeClr val="lt1"/>
                              </a:solidFill>
                              <a:effectLst/>
                              <a:latin typeface="Meiryo UI" panose="020B0604030504040204" pitchFamily="50" charset="-128"/>
                              <a:ea typeface="Meiryo UI" panose="020B0604030504040204" pitchFamily="50" charset="-128"/>
                              <a:cs typeface="+mn-cs"/>
                            </a:rPr>
                            <a:t>番号</a:t>
                          </a:r>
                          <a:endParaRPr kumimoji="1" lang="en-US" altLang="ja-JP" sz="1400" b="1" kern="1200" dirty="0">
                            <a:solidFill>
                              <a:schemeClr val="lt1"/>
                            </a:solidFill>
                            <a:effectLst/>
                            <a:latin typeface="Meiryo UI" panose="020B0604030504040204" pitchFamily="50" charset="-128"/>
                            <a:ea typeface="Meiryo UI" panose="020B0604030504040204" pitchFamily="50" charset="-128"/>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kumimoji="1" sz="1800" b="1" kern="1200">
                              <a:solidFill>
                                <a:schemeClr val="lt1"/>
                              </a:solidFill>
                              <a:latin typeface="Aptos" panose="02110004020202020204"/>
                            </a:defRPr>
                          </a:lvl1pPr>
                          <a:lvl2pPr marL="457200" algn="l" defTabSz="914400" rtl="0" eaLnBrk="1" latinLnBrk="0" hangingPunct="1">
                            <a:defRPr kumimoji="1" sz="1800" b="1" kern="1200">
                              <a:solidFill>
                                <a:schemeClr val="lt1"/>
                              </a:solidFill>
                              <a:latin typeface="Aptos" panose="02110004020202020204"/>
                            </a:defRPr>
                          </a:lvl2pPr>
                          <a:lvl3pPr marL="914400" algn="l" defTabSz="914400" rtl="0" eaLnBrk="1" latinLnBrk="0" hangingPunct="1">
                            <a:defRPr kumimoji="1" sz="1800" b="1" kern="1200">
                              <a:solidFill>
                                <a:schemeClr val="lt1"/>
                              </a:solidFill>
                              <a:latin typeface="Aptos" panose="02110004020202020204"/>
                            </a:defRPr>
                          </a:lvl3pPr>
                          <a:lvl4pPr marL="1371600" algn="l" defTabSz="914400" rtl="0" eaLnBrk="1" latinLnBrk="0" hangingPunct="1">
                            <a:defRPr kumimoji="1" sz="1800" b="1" kern="1200">
                              <a:solidFill>
                                <a:schemeClr val="lt1"/>
                              </a:solidFill>
                              <a:latin typeface="Aptos" panose="02110004020202020204"/>
                            </a:defRPr>
                          </a:lvl4pPr>
                          <a:lvl5pPr marL="1828800" algn="l" defTabSz="914400" rtl="0" eaLnBrk="1" latinLnBrk="0" hangingPunct="1">
                            <a:defRPr kumimoji="1" sz="1800" b="1" kern="1200">
                              <a:solidFill>
                                <a:schemeClr val="lt1"/>
                              </a:solidFill>
                              <a:latin typeface="Aptos" panose="02110004020202020204"/>
                            </a:defRPr>
                          </a:lvl5pPr>
                          <a:lvl6pPr marL="2286000" algn="l" defTabSz="914400" rtl="0" eaLnBrk="1" latinLnBrk="0" hangingPunct="1">
                            <a:defRPr kumimoji="1" sz="1800" b="1" kern="1200">
                              <a:solidFill>
                                <a:schemeClr val="lt1"/>
                              </a:solidFill>
                              <a:latin typeface="Aptos" panose="02110004020202020204"/>
                            </a:defRPr>
                          </a:lvl6pPr>
                          <a:lvl7pPr marL="2743200" algn="l" defTabSz="914400" rtl="0" eaLnBrk="1" latinLnBrk="0" hangingPunct="1">
                            <a:defRPr kumimoji="1" sz="1800" b="1" kern="1200">
                              <a:solidFill>
                                <a:schemeClr val="lt1"/>
                              </a:solidFill>
                              <a:latin typeface="Aptos" panose="02110004020202020204"/>
                            </a:defRPr>
                          </a:lvl7pPr>
                          <a:lvl8pPr marL="3200400" algn="l" defTabSz="914400" rtl="0" eaLnBrk="1" latinLnBrk="0" hangingPunct="1">
                            <a:defRPr kumimoji="1" sz="1800" b="1" kern="1200">
                              <a:solidFill>
                                <a:schemeClr val="lt1"/>
                              </a:solidFill>
                              <a:latin typeface="Aptos" panose="02110004020202020204"/>
                            </a:defRPr>
                          </a:lvl8pPr>
                          <a:lvl9pPr marL="3657600" algn="l" defTabSz="914400" rtl="0" eaLnBrk="1" latinLnBrk="0" hangingPunct="1">
                            <a:defRPr kumimoji="1" sz="1800" b="1" kern="1200">
                              <a:solidFill>
                                <a:schemeClr val="lt1"/>
                              </a:solidFill>
                              <a:latin typeface="Aptos" panose="02110004020202020204"/>
                            </a:defRPr>
                          </a:lvl9pPr>
                        </a:lstStyle>
                        <a:p>
                          <a:pPr algn="ctr"/>
                          <a:r>
                            <a:rPr kumimoji="1" lang="ja-JP" altLang="en-US" sz="1400" b="1" kern="1200" dirty="0">
                              <a:solidFill>
                                <a:schemeClr val="lt1"/>
                              </a:solidFill>
                              <a:effectLst/>
                              <a:latin typeface="Meiryo UI" panose="020B0604030504040204" pitchFamily="50" charset="-128"/>
                              <a:ea typeface="Meiryo UI" panose="020B0604030504040204" pitchFamily="50" charset="-128"/>
                              <a:cs typeface="+mn-cs"/>
                            </a:rPr>
                            <a:t>能力測定の対象とした</a:t>
                          </a:r>
                          <a:r>
                            <a:rPr kumimoji="1" lang="en-US" altLang="ja-JP" sz="1400" b="1" kern="1200" dirty="0">
                              <a:solidFill>
                                <a:schemeClr val="lt1"/>
                              </a:solidFill>
                              <a:effectLst/>
                              <a:latin typeface="Meiryo UI" panose="020B0604030504040204" pitchFamily="50" charset="-128"/>
                              <a:ea typeface="Meiryo UI" panose="020B0604030504040204" pitchFamily="50" charset="-128"/>
                              <a:cs typeface="+mn-cs"/>
                            </a:rPr>
                            <a:t>LLM</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kumimoji="1" sz="1800" b="1" kern="1200">
                              <a:solidFill>
                                <a:schemeClr val="lt1"/>
                              </a:solidFill>
                              <a:latin typeface="Aptos" panose="02110004020202020204"/>
                            </a:defRPr>
                          </a:lvl1pPr>
                          <a:lvl2pPr marL="457200" algn="l" defTabSz="914400" rtl="0" eaLnBrk="1" latinLnBrk="0" hangingPunct="1">
                            <a:defRPr kumimoji="1" sz="1800" b="1" kern="1200">
                              <a:solidFill>
                                <a:schemeClr val="lt1"/>
                              </a:solidFill>
                              <a:latin typeface="Aptos" panose="02110004020202020204"/>
                            </a:defRPr>
                          </a:lvl2pPr>
                          <a:lvl3pPr marL="914400" algn="l" defTabSz="914400" rtl="0" eaLnBrk="1" latinLnBrk="0" hangingPunct="1">
                            <a:defRPr kumimoji="1" sz="1800" b="1" kern="1200">
                              <a:solidFill>
                                <a:schemeClr val="lt1"/>
                              </a:solidFill>
                              <a:latin typeface="Aptos" panose="02110004020202020204"/>
                            </a:defRPr>
                          </a:lvl3pPr>
                          <a:lvl4pPr marL="1371600" algn="l" defTabSz="914400" rtl="0" eaLnBrk="1" latinLnBrk="0" hangingPunct="1">
                            <a:defRPr kumimoji="1" sz="1800" b="1" kern="1200">
                              <a:solidFill>
                                <a:schemeClr val="lt1"/>
                              </a:solidFill>
                              <a:latin typeface="Aptos" panose="02110004020202020204"/>
                            </a:defRPr>
                          </a:lvl4pPr>
                          <a:lvl5pPr marL="1828800" algn="l" defTabSz="914400" rtl="0" eaLnBrk="1" latinLnBrk="0" hangingPunct="1">
                            <a:defRPr kumimoji="1" sz="1800" b="1" kern="1200">
                              <a:solidFill>
                                <a:schemeClr val="lt1"/>
                              </a:solidFill>
                              <a:latin typeface="Aptos" panose="02110004020202020204"/>
                            </a:defRPr>
                          </a:lvl5pPr>
                          <a:lvl6pPr marL="2286000" algn="l" defTabSz="914400" rtl="0" eaLnBrk="1" latinLnBrk="0" hangingPunct="1">
                            <a:defRPr kumimoji="1" sz="1800" b="1" kern="1200">
                              <a:solidFill>
                                <a:schemeClr val="lt1"/>
                              </a:solidFill>
                              <a:latin typeface="Aptos" panose="02110004020202020204"/>
                            </a:defRPr>
                          </a:lvl6pPr>
                          <a:lvl7pPr marL="2743200" algn="l" defTabSz="914400" rtl="0" eaLnBrk="1" latinLnBrk="0" hangingPunct="1">
                            <a:defRPr kumimoji="1" sz="1800" b="1" kern="1200">
                              <a:solidFill>
                                <a:schemeClr val="lt1"/>
                              </a:solidFill>
                              <a:latin typeface="Aptos" panose="02110004020202020204"/>
                            </a:defRPr>
                          </a:lvl7pPr>
                          <a:lvl8pPr marL="3200400" algn="l" defTabSz="914400" rtl="0" eaLnBrk="1" latinLnBrk="0" hangingPunct="1">
                            <a:defRPr kumimoji="1" sz="1800" b="1" kern="1200">
                              <a:solidFill>
                                <a:schemeClr val="lt1"/>
                              </a:solidFill>
                              <a:latin typeface="Aptos" panose="02110004020202020204"/>
                            </a:defRPr>
                          </a:lvl8pPr>
                          <a:lvl9pPr marL="3657600" algn="l" defTabSz="914400" rtl="0" eaLnBrk="1" latinLnBrk="0" hangingPunct="1">
                            <a:defRPr kumimoji="1" sz="1800" b="1" kern="1200">
                              <a:solidFill>
                                <a:schemeClr val="lt1"/>
                              </a:solidFill>
                              <a:latin typeface="Aptos" panose="02110004020202020204"/>
                            </a:defRPr>
                          </a:lvl9pPr>
                        </a:lstStyle>
                        <a:p>
                          <a:pPr algn="ctr"/>
                          <a:r>
                            <a:rPr kumimoji="1" lang="ja-JP" altLang="en-US" sz="1400" b="1" kern="1200" dirty="0">
                              <a:solidFill>
                                <a:schemeClr val="lt1"/>
                              </a:solidFill>
                              <a:effectLst/>
                              <a:latin typeface="Meiryo UI" panose="020B0604030504040204" pitchFamily="50" charset="-128"/>
                              <a:ea typeface="Meiryo UI" panose="020B0604030504040204" pitchFamily="50" charset="-128"/>
                              <a:cs typeface="+mn-cs"/>
                            </a:rPr>
                            <a:t>能力</a:t>
                          </a:r>
                          <a14:m>
                            <m:oMath xmlns:m="http://schemas.openxmlformats.org/officeDocument/2006/math">
                              <m:r>
                                <a:rPr kumimoji="1" lang="ja-JP" altLang="en-US" sz="1400" b="1" i="1" kern="1200" smtClean="0">
                                  <a:solidFill>
                                    <a:schemeClr val="lt1"/>
                                  </a:solidFill>
                                  <a:effectLst/>
                                  <a:latin typeface="Cambria Math" panose="02040503050406030204" pitchFamily="18" charset="0"/>
                                  <a:ea typeface="Meiryo UI" panose="020B0604030504040204" pitchFamily="50" charset="-128"/>
                                  <a:cs typeface="+mn-cs"/>
                                </a:rPr>
                                <m:t>𝜽</m:t>
                              </m:r>
                            </m:oMath>
                          </a14:m>
                          <a:r>
                            <a:rPr kumimoji="1" lang="ja-JP" altLang="en-US" sz="1400" b="1" kern="1200" dirty="0">
                              <a:solidFill>
                                <a:schemeClr val="lt1"/>
                              </a:solidFill>
                              <a:effectLst/>
                              <a:latin typeface="Meiryo UI" panose="020B0604030504040204" pitchFamily="50" charset="-128"/>
                              <a:ea typeface="Meiryo UI" panose="020B0604030504040204" pitchFamily="50" charset="-128"/>
                              <a:cs typeface="+mn-cs"/>
                            </a:rPr>
                            <a:t>の推定値（標準誤差）</a:t>
                          </a:r>
                          <a:endParaRPr kumimoji="1" lang="en-US" altLang="ja-JP" sz="1400" b="1" kern="1200" dirty="0">
                            <a:solidFill>
                              <a:schemeClr val="lt1"/>
                            </a:solidFill>
                            <a:effectLst/>
                            <a:latin typeface="Meiryo UI" panose="020B0604030504040204" pitchFamily="50" charset="-128"/>
                            <a:ea typeface="Meiryo UI" panose="020B0604030504040204" pitchFamily="50" charset="-128"/>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3160337025"/>
                      </a:ext>
                    </a:extLst>
                  </a:tr>
                  <a:tr h="189888">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1</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gpt-3.5-turbo-1106</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-1.304(0.320)</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3533034028"/>
                      </a:ext>
                    </a:extLst>
                  </a:tr>
                  <a:tr h="296621">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2</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gpt-3.5-turbo-0125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-1.077(0.317)</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3610644806"/>
                      </a:ext>
                    </a:extLst>
                  </a:tr>
                  <a:tr h="189888">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3</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gpt-4-1106-preview</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-0.415(0.345)</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2026581075"/>
                      </a:ext>
                    </a:extLst>
                  </a:tr>
                  <a:tr h="189888">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4</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gpt-4-0125-preview</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0.553(0.333)</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1376879065"/>
                      </a:ext>
                    </a:extLst>
                  </a:tr>
                  <a:tr h="189888">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5</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-1.626(0.320)</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317227208"/>
                      </a:ext>
                    </a:extLst>
                  </a:tr>
                  <a:tr h="189888">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6</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gpt-4-turbo-2024-04-09</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-0.489(0.340)</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3657160935"/>
                      </a:ext>
                    </a:extLst>
                  </a:tr>
                  <a:tr h="189888">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7</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gpt-4-turbo</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-0.483(0.341)</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3452555179"/>
                      </a:ext>
                    </a:extLst>
                  </a:tr>
                  <a:tr h="189888">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8</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chatgpt-4o-latest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1.509(0.347)</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1081513887"/>
                      </a:ext>
                    </a:extLst>
                  </a:tr>
                  <a:tr h="189888">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9</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gpt-4o-mini-2024-07-18</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0.290(0.351)</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1568155248"/>
                      </a:ext>
                    </a:extLst>
                  </a:tr>
                  <a:tr h="189888">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10</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gpt-4o</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0.824(0.314)</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306093958"/>
                      </a:ext>
                    </a:extLst>
                  </a:tr>
                  <a:tr h="189888">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11</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gpt-4o-2024-05-13</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1.254(0.327)</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1198870671"/>
                      </a:ext>
                    </a:extLst>
                  </a:tr>
                  <a:tr h="189888">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12</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gpt-4o-2024-08-06</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0.963(0.312)</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3501054489"/>
                      </a:ext>
                    </a:extLst>
                  </a:tr>
                </a:tbl>
              </a:graphicData>
            </a:graphic>
          </p:graphicFrame>
        </mc:Choice>
        <mc:Fallback xmlns="">
          <p:graphicFrame>
            <p:nvGraphicFramePr>
              <p:cNvPr id="4" name="表 3">
                <a:extLst>
                  <a:ext uri="{FF2B5EF4-FFF2-40B4-BE49-F238E27FC236}">
                    <a16:creationId xmlns:a16="http://schemas.microsoft.com/office/drawing/2014/main" id="{7C804795-F03C-B78C-F326-33A429C64663}"/>
                  </a:ext>
                </a:extLst>
              </p:cNvPr>
              <p:cNvGraphicFramePr>
                <a:graphicFrameLocks noGrp="1"/>
              </p:cNvGraphicFramePr>
              <p:nvPr>
                <p:extLst>
                  <p:ext uri="{D42A27DB-BD31-4B8C-83A1-F6EECF244321}">
                    <p14:modId xmlns:p14="http://schemas.microsoft.com/office/powerpoint/2010/main" val="2239362838"/>
                  </p:ext>
                </p:extLst>
              </p:nvPr>
            </p:nvGraphicFramePr>
            <p:xfrm>
              <a:off x="214857" y="1014006"/>
              <a:ext cx="6473022" cy="3962400"/>
            </p:xfrm>
            <a:graphic>
              <a:graphicData uri="http://schemas.openxmlformats.org/drawingml/2006/table">
                <a:tbl>
                  <a:tblPr firstRow="1" bandRow="1"/>
                  <a:tblGrid>
                    <a:gridCol w="915180">
                      <a:extLst>
                        <a:ext uri="{9D8B030D-6E8A-4147-A177-3AD203B41FA5}">
                          <a16:colId xmlns:a16="http://schemas.microsoft.com/office/drawing/2014/main" val="1406117593"/>
                        </a:ext>
                      </a:extLst>
                    </a:gridCol>
                    <a:gridCol w="2678848">
                      <a:extLst>
                        <a:ext uri="{9D8B030D-6E8A-4147-A177-3AD203B41FA5}">
                          <a16:colId xmlns:a16="http://schemas.microsoft.com/office/drawing/2014/main" val="3857349111"/>
                        </a:ext>
                      </a:extLst>
                    </a:gridCol>
                    <a:gridCol w="2878994">
                      <a:extLst>
                        <a:ext uri="{9D8B030D-6E8A-4147-A177-3AD203B41FA5}">
                          <a16:colId xmlns:a16="http://schemas.microsoft.com/office/drawing/2014/main" val="813849655"/>
                        </a:ext>
                      </a:extLst>
                    </a:gridCol>
                  </a:tblGrid>
                  <a:tr h="304800">
                    <a:tc>
                      <a:txBody>
                        <a:bodyPr/>
                        <a:lstStyle>
                          <a:lvl1pPr marL="0" algn="l" defTabSz="914400" rtl="0" eaLnBrk="1" latinLnBrk="0" hangingPunct="1">
                            <a:defRPr kumimoji="1" sz="1800" b="1" kern="1200">
                              <a:solidFill>
                                <a:schemeClr val="lt1"/>
                              </a:solidFill>
                              <a:latin typeface="Aptos" panose="02110004020202020204"/>
                            </a:defRPr>
                          </a:lvl1pPr>
                          <a:lvl2pPr marL="457200" algn="l" defTabSz="914400" rtl="0" eaLnBrk="1" latinLnBrk="0" hangingPunct="1">
                            <a:defRPr kumimoji="1" sz="1800" b="1" kern="1200">
                              <a:solidFill>
                                <a:schemeClr val="lt1"/>
                              </a:solidFill>
                              <a:latin typeface="Aptos" panose="02110004020202020204"/>
                            </a:defRPr>
                          </a:lvl2pPr>
                          <a:lvl3pPr marL="914400" algn="l" defTabSz="914400" rtl="0" eaLnBrk="1" latinLnBrk="0" hangingPunct="1">
                            <a:defRPr kumimoji="1" sz="1800" b="1" kern="1200">
                              <a:solidFill>
                                <a:schemeClr val="lt1"/>
                              </a:solidFill>
                              <a:latin typeface="Aptos" panose="02110004020202020204"/>
                            </a:defRPr>
                          </a:lvl3pPr>
                          <a:lvl4pPr marL="1371600" algn="l" defTabSz="914400" rtl="0" eaLnBrk="1" latinLnBrk="0" hangingPunct="1">
                            <a:defRPr kumimoji="1" sz="1800" b="1" kern="1200">
                              <a:solidFill>
                                <a:schemeClr val="lt1"/>
                              </a:solidFill>
                              <a:latin typeface="Aptos" panose="02110004020202020204"/>
                            </a:defRPr>
                          </a:lvl4pPr>
                          <a:lvl5pPr marL="1828800" algn="l" defTabSz="914400" rtl="0" eaLnBrk="1" latinLnBrk="0" hangingPunct="1">
                            <a:defRPr kumimoji="1" sz="1800" b="1" kern="1200">
                              <a:solidFill>
                                <a:schemeClr val="lt1"/>
                              </a:solidFill>
                              <a:latin typeface="Aptos" panose="02110004020202020204"/>
                            </a:defRPr>
                          </a:lvl5pPr>
                          <a:lvl6pPr marL="2286000" algn="l" defTabSz="914400" rtl="0" eaLnBrk="1" latinLnBrk="0" hangingPunct="1">
                            <a:defRPr kumimoji="1" sz="1800" b="1" kern="1200">
                              <a:solidFill>
                                <a:schemeClr val="lt1"/>
                              </a:solidFill>
                              <a:latin typeface="Aptos" panose="02110004020202020204"/>
                            </a:defRPr>
                          </a:lvl6pPr>
                          <a:lvl7pPr marL="2743200" algn="l" defTabSz="914400" rtl="0" eaLnBrk="1" latinLnBrk="0" hangingPunct="1">
                            <a:defRPr kumimoji="1" sz="1800" b="1" kern="1200">
                              <a:solidFill>
                                <a:schemeClr val="lt1"/>
                              </a:solidFill>
                              <a:latin typeface="Aptos" panose="02110004020202020204"/>
                            </a:defRPr>
                          </a:lvl7pPr>
                          <a:lvl8pPr marL="3200400" algn="l" defTabSz="914400" rtl="0" eaLnBrk="1" latinLnBrk="0" hangingPunct="1">
                            <a:defRPr kumimoji="1" sz="1800" b="1" kern="1200">
                              <a:solidFill>
                                <a:schemeClr val="lt1"/>
                              </a:solidFill>
                              <a:latin typeface="Aptos" panose="02110004020202020204"/>
                            </a:defRPr>
                          </a:lvl8pPr>
                          <a:lvl9pPr marL="3657600" algn="l" defTabSz="914400" rtl="0" eaLnBrk="1" latinLnBrk="0" hangingPunct="1">
                            <a:defRPr kumimoji="1" sz="1800" b="1" kern="1200">
                              <a:solidFill>
                                <a:schemeClr val="lt1"/>
                              </a:solidFill>
                              <a:latin typeface="Aptos" panose="02110004020202020204"/>
                            </a:defRPr>
                          </a:lvl9pPr>
                        </a:lstStyle>
                        <a:p>
                          <a:pPr algn="ctr"/>
                          <a:r>
                            <a:rPr kumimoji="1" lang="ja-JP" altLang="en-US" sz="1400" b="1" kern="1200" dirty="0">
                              <a:solidFill>
                                <a:schemeClr val="lt1"/>
                              </a:solidFill>
                              <a:effectLst/>
                              <a:latin typeface="Meiryo UI" panose="020B0604030504040204" pitchFamily="50" charset="-128"/>
                              <a:ea typeface="Meiryo UI" panose="020B0604030504040204" pitchFamily="50" charset="-128"/>
                              <a:cs typeface="+mn-cs"/>
                            </a:rPr>
                            <a:t>番号</a:t>
                          </a:r>
                          <a:endParaRPr kumimoji="1" lang="en-US" altLang="ja-JP" sz="1400" b="1" kern="1200" dirty="0">
                            <a:solidFill>
                              <a:schemeClr val="lt1"/>
                            </a:solidFill>
                            <a:effectLst/>
                            <a:latin typeface="Meiryo UI" panose="020B0604030504040204" pitchFamily="50" charset="-128"/>
                            <a:ea typeface="Meiryo UI" panose="020B0604030504040204" pitchFamily="50" charset="-128"/>
                            <a:cs typeface="+mn-cs"/>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lvl1pPr marL="0" algn="l" defTabSz="914400" rtl="0" eaLnBrk="1" latinLnBrk="0" hangingPunct="1">
                            <a:defRPr kumimoji="1" sz="1800" b="1" kern="1200">
                              <a:solidFill>
                                <a:schemeClr val="lt1"/>
                              </a:solidFill>
                              <a:latin typeface="Aptos" panose="02110004020202020204"/>
                            </a:defRPr>
                          </a:lvl1pPr>
                          <a:lvl2pPr marL="457200" algn="l" defTabSz="914400" rtl="0" eaLnBrk="1" latinLnBrk="0" hangingPunct="1">
                            <a:defRPr kumimoji="1" sz="1800" b="1" kern="1200">
                              <a:solidFill>
                                <a:schemeClr val="lt1"/>
                              </a:solidFill>
                              <a:latin typeface="Aptos" panose="02110004020202020204"/>
                            </a:defRPr>
                          </a:lvl2pPr>
                          <a:lvl3pPr marL="914400" algn="l" defTabSz="914400" rtl="0" eaLnBrk="1" latinLnBrk="0" hangingPunct="1">
                            <a:defRPr kumimoji="1" sz="1800" b="1" kern="1200">
                              <a:solidFill>
                                <a:schemeClr val="lt1"/>
                              </a:solidFill>
                              <a:latin typeface="Aptos" panose="02110004020202020204"/>
                            </a:defRPr>
                          </a:lvl3pPr>
                          <a:lvl4pPr marL="1371600" algn="l" defTabSz="914400" rtl="0" eaLnBrk="1" latinLnBrk="0" hangingPunct="1">
                            <a:defRPr kumimoji="1" sz="1800" b="1" kern="1200">
                              <a:solidFill>
                                <a:schemeClr val="lt1"/>
                              </a:solidFill>
                              <a:latin typeface="Aptos" panose="02110004020202020204"/>
                            </a:defRPr>
                          </a:lvl4pPr>
                          <a:lvl5pPr marL="1828800" algn="l" defTabSz="914400" rtl="0" eaLnBrk="1" latinLnBrk="0" hangingPunct="1">
                            <a:defRPr kumimoji="1" sz="1800" b="1" kern="1200">
                              <a:solidFill>
                                <a:schemeClr val="lt1"/>
                              </a:solidFill>
                              <a:latin typeface="Aptos" panose="02110004020202020204"/>
                            </a:defRPr>
                          </a:lvl5pPr>
                          <a:lvl6pPr marL="2286000" algn="l" defTabSz="914400" rtl="0" eaLnBrk="1" latinLnBrk="0" hangingPunct="1">
                            <a:defRPr kumimoji="1" sz="1800" b="1" kern="1200">
                              <a:solidFill>
                                <a:schemeClr val="lt1"/>
                              </a:solidFill>
                              <a:latin typeface="Aptos" panose="02110004020202020204"/>
                            </a:defRPr>
                          </a:lvl6pPr>
                          <a:lvl7pPr marL="2743200" algn="l" defTabSz="914400" rtl="0" eaLnBrk="1" latinLnBrk="0" hangingPunct="1">
                            <a:defRPr kumimoji="1" sz="1800" b="1" kern="1200">
                              <a:solidFill>
                                <a:schemeClr val="lt1"/>
                              </a:solidFill>
                              <a:latin typeface="Aptos" panose="02110004020202020204"/>
                            </a:defRPr>
                          </a:lvl7pPr>
                          <a:lvl8pPr marL="3200400" algn="l" defTabSz="914400" rtl="0" eaLnBrk="1" latinLnBrk="0" hangingPunct="1">
                            <a:defRPr kumimoji="1" sz="1800" b="1" kern="1200">
                              <a:solidFill>
                                <a:schemeClr val="lt1"/>
                              </a:solidFill>
                              <a:latin typeface="Aptos" panose="02110004020202020204"/>
                            </a:defRPr>
                          </a:lvl8pPr>
                          <a:lvl9pPr marL="3657600" algn="l" defTabSz="914400" rtl="0" eaLnBrk="1" latinLnBrk="0" hangingPunct="1">
                            <a:defRPr kumimoji="1" sz="1800" b="1" kern="1200">
                              <a:solidFill>
                                <a:schemeClr val="lt1"/>
                              </a:solidFill>
                              <a:latin typeface="Aptos" panose="02110004020202020204"/>
                            </a:defRPr>
                          </a:lvl9pPr>
                        </a:lstStyle>
                        <a:p>
                          <a:pPr algn="ctr"/>
                          <a:r>
                            <a:rPr kumimoji="1" lang="ja-JP" altLang="en-US" sz="1400" b="1" kern="1200" dirty="0">
                              <a:solidFill>
                                <a:schemeClr val="lt1"/>
                              </a:solidFill>
                              <a:effectLst/>
                              <a:latin typeface="Meiryo UI" panose="020B0604030504040204" pitchFamily="50" charset="-128"/>
                              <a:ea typeface="Meiryo UI" panose="020B0604030504040204" pitchFamily="50" charset="-128"/>
                              <a:cs typeface="+mn-cs"/>
                            </a:rPr>
                            <a:t>能力測定の対象とした</a:t>
                          </a:r>
                          <a:r>
                            <a:rPr kumimoji="1" lang="en-US" altLang="ja-JP" sz="1400" b="1" kern="1200" dirty="0">
                              <a:solidFill>
                                <a:schemeClr val="lt1"/>
                              </a:solidFill>
                              <a:effectLst/>
                              <a:latin typeface="Meiryo UI" panose="020B0604030504040204" pitchFamily="50" charset="-128"/>
                              <a:ea typeface="Meiryo UI" panose="020B0604030504040204" pitchFamily="50" charset="-128"/>
                              <a:cs typeface="+mn-cs"/>
                            </a:rPr>
                            <a:t>LLM</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endParaRPr lang="ja-JP"/>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blipFill>
                          <a:blip r:embed="rId2"/>
                          <a:stretch>
                            <a:fillRect l="-124947" t="-2000" r="-423" b="-1222000"/>
                          </a:stretch>
                        </a:blipFill>
                      </a:tcPr>
                    </a:tc>
                    <a:extLst>
                      <a:ext uri="{0D108BD9-81ED-4DB2-BD59-A6C34878D82A}">
                        <a16:rowId xmlns:a16="http://schemas.microsoft.com/office/drawing/2014/main" val="3160337025"/>
                      </a:ext>
                    </a:extLst>
                  </a:tr>
                  <a:tr h="304800">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1</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gpt-3.5-turbo-1106</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-1.304(0.320)</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3533034028"/>
                      </a:ext>
                    </a:extLst>
                  </a:tr>
                  <a:tr h="304800">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2</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gpt-3.5-turbo-0125</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-1.077(0.317)</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3610644806"/>
                      </a:ext>
                    </a:extLst>
                  </a:tr>
                  <a:tr h="304800">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3</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gpt-4-1106-preview</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-0.415(0.345)</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2026581075"/>
                      </a:ext>
                    </a:extLst>
                  </a:tr>
                  <a:tr h="304800">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4</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gpt-4-0125-preview</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0.553(0.333)</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1376879065"/>
                      </a:ext>
                    </a:extLst>
                  </a:tr>
                  <a:tr h="304800">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5</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-1.626(0.320)</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317227208"/>
                      </a:ext>
                    </a:extLst>
                  </a:tr>
                  <a:tr h="304800">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6</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gpt-4-turbo-2024-04-09</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-0.489(0.340)</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3657160935"/>
                      </a:ext>
                    </a:extLst>
                  </a:tr>
                  <a:tr h="304800">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7</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gpt-4-turbo</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-0.483(0.341)</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3452555179"/>
                      </a:ext>
                    </a:extLst>
                  </a:tr>
                  <a:tr h="304800">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8</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chatgpt-4o-latest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1.509(0.347)</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1081513887"/>
                      </a:ext>
                    </a:extLst>
                  </a:tr>
                  <a:tr h="304800">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9</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gpt-4o-mini-2024-07-18</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0.290(0.351)</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1568155248"/>
                      </a:ext>
                    </a:extLst>
                  </a:tr>
                  <a:tr h="304800">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10</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gpt-4o</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0.824(0.314)</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306093958"/>
                      </a:ext>
                    </a:extLst>
                  </a:tr>
                  <a:tr h="304800">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11</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gpt-4o-2024-05-13</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1.254(0.327)</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1198870671"/>
                      </a:ext>
                    </a:extLst>
                  </a:tr>
                  <a:tr h="304800">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ctr"/>
                          <a:r>
                            <a:rPr kumimoji="1" lang="en-US" altLang="ja-JP" sz="1400" dirty="0">
                              <a:solidFill>
                                <a:schemeClr val="tx1"/>
                              </a:solidFill>
                              <a:latin typeface="Meiryo UI" panose="020B0604030504040204" pitchFamily="50" charset="-128"/>
                              <a:ea typeface="Meiryo UI" panose="020B0604030504040204" pitchFamily="50" charset="-128"/>
                            </a:rPr>
                            <a:t>12</a:t>
                          </a:r>
                          <a:endParaRPr kumimoji="1" lang="ja-JP" altLang="en-US" sz="1400" dirty="0">
                            <a:solidFill>
                              <a:schemeClr val="tx1"/>
                            </a:solidFill>
                            <a:latin typeface="Meiryo UI" panose="020B0604030504040204" pitchFamily="50" charset="-128"/>
                            <a:ea typeface="Meiryo UI" panose="020B0604030504040204" pitchFamily="50" charset="-128"/>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tx1"/>
                              </a:solidFill>
                              <a:effectLst/>
                              <a:latin typeface="Meiryo UI" panose="020B0604030504040204" pitchFamily="50" charset="-128"/>
                              <a:ea typeface="Meiryo UI" panose="020B0604030504040204" pitchFamily="50" charset="-128"/>
                              <a:cs typeface="+mn-cs"/>
                            </a:rPr>
                            <a:t>gpt-4o-2024-08-06</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tc>
                      <a:txBody>
                        <a:bodyPr/>
                        <a:lstStyle>
                          <a:lvl1pPr marL="0" algn="l" defTabSz="914400" rtl="0" eaLnBrk="1" latinLnBrk="0" hangingPunct="1">
                            <a:defRPr kumimoji="1" sz="1800" kern="1200">
                              <a:solidFill>
                                <a:schemeClr val="dk1"/>
                              </a:solidFill>
                              <a:latin typeface="Aptos" panose="02110004020202020204"/>
                            </a:defRPr>
                          </a:lvl1pPr>
                          <a:lvl2pPr marL="457200" algn="l" defTabSz="914400" rtl="0" eaLnBrk="1" latinLnBrk="0" hangingPunct="1">
                            <a:defRPr kumimoji="1" sz="1800" kern="1200">
                              <a:solidFill>
                                <a:schemeClr val="dk1"/>
                              </a:solidFill>
                              <a:latin typeface="Aptos" panose="02110004020202020204"/>
                            </a:defRPr>
                          </a:lvl2pPr>
                          <a:lvl3pPr marL="914400" algn="l" defTabSz="914400" rtl="0" eaLnBrk="1" latinLnBrk="0" hangingPunct="1">
                            <a:defRPr kumimoji="1" sz="1800" kern="1200">
                              <a:solidFill>
                                <a:schemeClr val="dk1"/>
                              </a:solidFill>
                              <a:latin typeface="Aptos" panose="02110004020202020204"/>
                            </a:defRPr>
                          </a:lvl3pPr>
                          <a:lvl4pPr marL="1371600" algn="l" defTabSz="914400" rtl="0" eaLnBrk="1" latinLnBrk="0" hangingPunct="1">
                            <a:defRPr kumimoji="1" sz="1800" kern="1200">
                              <a:solidFill>
                                <a:schemeClr val="dk1"/>
                              </a:solidFill>
                              <a:latin typeface="Aptos" panose="02110004020202020204"/>
                            </a:defRPr>
                          </a:lvl4pPr>
                          <a:lvl5pPr marL="1828800" algn="l" defTabSz="914400" rtl="0" eaLnBrk="1" latinLnBrk="0" hangingPunct="1">
                            <a:defRPr kumimoji="1" sz="1800" kern="1200">
                              <a:solidFill>
                                <a:schemeClr val="dk1"/>
                              </a:solidFill>
                              <a:latin typeface="Aptos" panose="02110004020202020204"/>
                            </a:defRPr>
                          </a:lvl5pPr>
                          <a:lvl6pPr marL="2286000" algn="l" defTabSz="914400" rtl="0" eaLnBrk="1" latinLnBrk="0" hangingPunct="1">
                            <a:defRPr kumimoji="1" sz="1800" kern="1200">
                              <a:solidFill>
                                <a:schemeClr val="dk1"/>
                              </a:solidFill>
                              <a:latin typeface="Aptos" panose="02110004020202020204"/>
                            </a:defRPr>
                          </a:lvl6pPr>
                          <a:lvl7pPr marL="2743200" algn="l" defTabSz="914400" rtl="0" eaLnBrk="1" latinLnBrk="0" hangingPunct="1">
                            <a:defRPr kumimoji="1" sz="1800" kern="1200">
                              <a:solidFill>
                                <a:schemeClr val="dk1"/>
                              </a:solidFill>
                              <a:latin typeface="Aptos" panose="02110004020202020204"/>
                            </a:defRPr>
                          </a:lvl7pPr>
                          <a:lvl8pPr marL="3200400" algn="l" defTabSz="914400" rtl="0" eaLnBrk="1" latinLnBrk="0" hangingPunct="1">
                            <a:defRPr kumimoji="1" sz="1800" kern="1200">
                              <a:solidFill>
                                <a:schemeClr val="dk1"/>
                              </a:solidFill>
                              <a:latin typeface="Aptos" panose="02110004020202020204"/>
                            </a:defRPr>
                          </a:lvl8pPr>
                          <a:lvl9pPr marL="3657600" algn="l" defTabSz="914400" rtl="0" eaLnBrk="1" latinLnBrk="0" hangingPunct="1">
                            <a:defRPr kumimoji="1" sz="1800" kern="1200">
                              <a:solidFill>
                                <a:schemeClr val="dk1"/>
                              </a:solidFill>
                              <a:latin typeface="Aptos" panose="02110004020202020204"/>
                            </a:defRPr>
                          </a:lvl9pPr>
                        </a:lstStyle>
                        <a:p>
                          <a:pPr algn="r" fontAlgn="ctr"/>
                          <a:r>
                            <a:rPr lang="en-US" altLang="ja-JP" sz="1400" b="0" i="0" u="none" strike="noStrike" dirty="0">
                              <a:solidFill>
                                <a:srgbClr val="000000"/>
                              </a:solidFill>
                              <a:effectLst/>
                              <a:latin typeface="Meiryo UI" panose="020B0604030504040204" pitchFamily="50" charset="-128"/>
                              <a:ea typeface="Meiryo UI" panose="020B0604030504040204" pitchFamily="50" charset="-128"/>
                            </a:rPr>
                            <a:t>0.963(0.312)</a:t>
                          </a:r>
                        </a:p>
                      </a:txBody>
                      <a:tcPr marL="6350" marR="6350" marT="6350" marB="0"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EA72E">
                            <a:lumMod val="20000"/>
                            <a:lumOff val="80000"/>
                          </a:srgbClr>
                        </a:solidFill>
                      </a:tcPr>
                    </a:tc>
                    <a:extLst>
                      <a:ext uri="{0D108BD9-81ED-4DB2-BD59-A6C34878D82A}">
                        <a16:rowId xmlns:a16="http://schemas.microsoft.com/office/drawing/2014/main" val="3501054489"/>
                      </a:ext>
                    </a:extLst>
                  </a:tr>
                </a:tbl>
              </a:graphicData>
            </a:graphic>
          </p:graphicFrame>
        </mc:Fallback>
      </mc:AlternateContent>
      <p:sp>
        <p:nvSpPr>
          <p:cNvPr id="5" name="四角形: 角を丸くする 4">
            <a:extLst>
              <a:ext uri="{FF2B5EF4-FFF2-40B4-BE49-F238E27FC236}">
                <a16:creationId xmlns:a16="http://schemas.microsoft.com/office/drawing/2014/main" id="{63121733-10D6-1C69-D396-9A57B50B52A9}"/>
              </a:ext>
            </a:extLst>
          </p:cNvPr>
          <p:cNvSpPr/>
          <p:nvPr/>
        </p:nvSpPr>
        <p:spPr>
          <a:xfrm>
            <a:off x="3848986" y="1014006"/>
            <a:ext cx="2838893" cy="3962400"/>
          </a:xfrm>
          <a:prstGeom prst="roundRect">
            <a:avLst>
              <a:gd name="adj" fmla="val 9246"/>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E7479701-A59A-108F-C16B-A9F290131A9C}"/>
              </a:ext>
            </a:extLst>
          </p:cNvPr>
          <p:cNvSpPr txBox="1"/>
          <p:nvPr/>
        </p:nvSpPr>
        <p:spPr>
          <a:xfrm>
            <a:off x="3055706" y="706229"/>
            <a:ext cx="4089785" cy="307777"/>
          </a:xfrm>
          <a:prstGeom prst="rect">
            <a:avLst/>
          </a:prstGeom>
          <a:noFill/>
        </p:spPr>
        <p:txBody>
          <a:bodyPr wrap="square" rtlCol="0">
            <a:spAutoFit/>
          </a:bodyPr>
          <a:lstStyle/>
          <a:p>
            <a:pPr lvl="1"/>
            <a:r>
              <a:rPr kumimoji="1" lang="en-US" altLang="ja-JP" sz="1400" b="1" dirty="0">
                <a:solidFill>
                  <a:srgbClr val="FF0000"/>
                </a:solidFill>
                <a:latin typeface="Meiryo UI" panose="020B0604030504040204" pitchFamily="50" charset="-128"/>
                <a:ea typeface="Meiryo UI" panose="020B0604030504040204" pitchFamily="50" charset="-128"/>
              </a:rPr>
              <a:t>Probability-Based IRT</a:t>
            </a:r>
            <a:r>
              <a:rPr kumimoji="1" lang="ja-JP" altLang="en-US" sz="1400" b="1" dirty="0">
                <a:solidFill>
                  <a:srgbClr val="FF0000"/>
                </a:solidFill>
                <a:latin typeface="Meiryo UI" panose="020B0604030504040204" pitchFamily="50" charset="-128"/>
                <a:ea typeface="Meiryo UI" panose="020B0604030504040204" pitchFamily="50" charset="-128"/>
              </a:rPr>
              <a:t>で計算された結果</a:t>
            </a:r>
            <a:endParaRPr kumimoji="1" lang="en-US" altLang="ja-JP" sz="1400" b="1" dirty="0">
              <a:solidFill>
                <a:srgbClr val="FF0000"/>
              </a:solidFill>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57640936-9AC9-8BF3-0AF7-5C41E44CCB79}"/>
              </a:ext>
            </a:extLst>
          </p:cNvPr>
          <p:cNvSpPr txBox="1"/>
          <p:nvPr/>
        </p:nvSpPr>
        <p:spPr>
          <a:xfrm>
            <a:off x="0" y="4976405"/>
            <a:ext cx="8485910" cy="1815882"/>
          </a:xfrm>
          <a:prstGeom prst="rect">
            <a:avLst/>
          </a:prstGeom>
          <a:noFill/>
        </p:spPr>
        <p:txBody>
          <a:bodyPr wrap="square" rtlCol="0">
            <a:spAutoFit/>
          </a:bodyPr>
          <a:lstStyle/>
          <a:p>
            <a:r>
              <a:rPr kumimoji="1" lang="ja-JP" altLang="en-US" sz="1600" dirty="0">
                <a:latin typeface="Meiryo UI" panose="020B0604030504040204" pitchFamily="50" charset="-128"/>
                <a:ea typeface="Meiryo UI" panose="020B0604030504040204" pitchFamily="50" charset="-128"/>
              </a:rPr>
              <a:t>✓ 上位互換モデル（パラメータが増えたりしているもの）の方が高い能力が出る傾向にあり、</a:t>
            </a:r>
            <a:endParaRPr kumimoji="1" lang="en-US" altLang="ja-JP" sz="16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　　実際の</a:t>
            </a:r>
            <a:r>
              <a:rPr kumimoji="1" lang="en-US" altLang="ja-JP" sz="1600" dirty="0">
                <a:latin typeface="Meiryo UI" panose="020B0604030504040204" pitchFamily="50" charset="-128"/>
                <a:ea typeface="Meiryo UI" panose="020B0604030504040204" pitchFamily="50" charset="-128"/>
              </a:rPr>
              <a:t>OpenAI</a:t>
            </a:r>
            <a:r>
              <a:rPr kumimoji="1" lang="ja-JP" altLang="en-US" sz="1600" dirty="0">
                <a:latin typeface="Meiryo UI" panose="020B0604030504040204" pitchFamily="50" charset="-128"/>
                <a:ea typeface="Meiryo UI" panose="020B0604030504040204" pitchFamily="50" charset="-128"/>
              </a:rPr>
              <a:t>の世代・モデルスペックの優劣と概ね一致</a:t>
            </a:r>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 標準誤差も、このサンプルサイズ・問題数でシミュレーションされた値と同程度なので、</a:t>
            </a:r>
            <a:endParaRPr kumimoji="1" lang="en-US" altLang="ja-JP" sz="16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　  測定精度を極端に悪化させる要因もなさそう</a:t>
            </a:r>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r>
              <a:rPr kumimoji="1" lang="ja-JP" altLang="en-US" sz="1600" b="1" dirty="0">
                <a:solidFill>
                  <a:srgbClr val="FF0000"/>
                </a:solidFill>
                <a:latin typeface="Meiryo UI" panose="020B0604030504040204" pitchFamily="50" charset="-128"/>
                <a:ea typeface="Meiryo UI" panose="020B0604030504040204" pitchFamily="50" charset="-128"/>
              </a:rPr>
              <a:t>➡ 本研究で提案した</a:t>
            </a:r>
            <a:r>
              <a:rPr kumimoji="1" lang="en-US" altLang="ja-JP" sz="1600" b="1" dirty="0">
                <a:solidFill>
                  <a:srgbClr val="FF0000"/>
                </a:solidFill>
                <a:latin typeface="Meiryo UI" panose="020B0604030504040204" pitchFamily="50" charset="-128"/>
                <a:ea typeface="Meiryo UI" panose="020B0604030504040204" pitchFamily="50" charset="-128"/>
              </a:rPr>
              <a:t>LLM</a:t>
            </a:r>
            <a:r>
              <a:rPr kumimoji="1" lang="ja-JP" altLang="en-US" sz="1600" b="1" dirty="0">
                <a:solidFill>
                  <a:srgbClr val="FF0000"/>
                </a:solidFill>
                <a:latin typeface="Meiryo UI" panose="020B0604030504040204" pitchFamily="50" charset="-128"/>
                <a:ea typeface="Meiryo UI" panose="020B0604030504040204" pitchFamily="50" charset="-128"/>
              </a:rPr>
              <a:t>の政策研究の能力評価手法と問題セットがある程度有効に機能している</a:t>
            </a:r>
            <a:endParaRPr kumimoji="1" lang="en-US" altLang="ja-JP" sz="1600" b="1" dirty="0">
              <a:solidFill>
                <a:srgbClr val="FF0000"/>
              </a:solidFill>
              <a:latin typeface="Meiryo UI" panose="020B0604030504040204" pitchFamily="50" charset="-128"/>
              <a:ea typeface="Meiryo UI" panose="020B0604030504040204" pitchFamily="50" charset="-128"/>
            </a:endParaRPr>
          </a:p>
        </p:txBody>
      </p:sp>
      <p:sp>
        <p:nvSpPr>
          <p:cNvPr id="9" name="テキスト ボックス 8">
            <a:extLst>
              <a:ext uri="{FF2B5EF4-FFF2-40B4-BE49-F238E27FC236}">
                <a16:creationId xmlns:a16="http://schemas.microsoft.com/office/drawing/2014/main" id="{639AAD75-AA8B-B90B-46A9-84FEF651EBAF}"/>
              </a:ext>
            </a:extLst>
          </p:cNvPr>
          <p:cNvSpPr txBox="1"/>
          <p:nvPr/>
        </p:nvSpPr>
        <p:spPr>
          <a:xfrm>
            <a:off x="6752499" y="2152154"/>
            <a:ext cx="2285175" cy="1686103"/>
          </a:xfrm>
          <a:prstGeom prst="rect">
            <a:avLst/>
          </a:prstGeom>
          <a:noFill/>
          <a:ln w="12700">
            <a:solidFill>
              <a:schemeClr val="tx1"/>
            </a:solidFill>
            <a:prstDash val="dash"/>
          </a:ln>
        </p:spPr>
        <p:txBody>
          <a:bodyPr wrap="square" rtlCol="0">
            <a:spAutoFit/>
          </a:bodyPr>
          <a:lstStyle/>
          <a:p>
            <a:pPr algn="l">
              <a:lnSpc>
                <a:spcPts val="1800"/>
              </a:lnSpc>
            </a:pPr>
            <a:r>
              <a:rPr kumimoji="1" lang="ja-JP" altLang="en-US" sz="1600" b="1" dirty="0">
                <a:solidFill>
                  <a:schemeClr val="tx1">
                    <a:lumMod val="75000"/>
                    <a:lumOff val="25000"/>
                  </a:schemeClr>
                </a:solidFill>
              </a:rPr>
              <a:t>（注）推定値の見方</a:t>
            </a:r>
            <a:endParaRPr kumimoji="1" lang="en-US" altLang="ja-JP" sz="1600" b="1" dirty="0">
              <a:solidFill>
                <a:schemeClr val="tx1">
                  <a:lumMod val="75000"/>
                  <a:lumOff val="25000"/>
                </a:schemeClr>
              </a:solidFill>
            </a:endParaRPr>
          </a:p>
          <a:p>
            <a:pPr algn="l">
              <a:lnSpc>
                <a:spcPts val="1800"/>
              </a:lnSpc>
            </a:pPr>
            <a:r>
              <a:rPr kumimoji="1" lang="ja-JP" altLang="en-US" sz="1400" dirty="0">
                <a:solidFill>
                  <a:schemeClr val="tx1">
                    <a:lumMod val="75000"/>
                    <a:lumOff val="25000"/>
                  </a:schemeClr>
                </a:solidFill>
              </a:rPr>
              <a:t>〇 値は相対的なものであり、</a:t>
            </a:r>
            <a:endParaRPr kumimoji="1" lang="en-US" altLang="ja-JP" sz="1400" dirty="0">
              <a:solidFill>
                <a:schemeClr val="tx1">
                  <a:lumMod val="75000"/>
                  <a:lumOff val="25000"/>
                </a:schemeClr>
              </a:solidFill>
            </a:endParaRPr>
          </a:p>
          <a:p>
            <a:pPr algn="l">
              <a:lnSpc>
                <a:spcPts val="1800"/>
              </a:lnSpc>
            </a:pPr>
            <a:r>
              <a:rPr kumimoji="1" lang="ja-JP" altLang="en-US" sz="1400" dirty="0">
                <a:solidFill>
                  <a:schemeClr val="tx1">
                    <a:lumMod val="75000"/>
                    <a:lumOff val="25000"/>
                  </a:schemeClr>
                </a:solidFill>
              </a:rPr>
              <a:t>　 標準化をかけている</a:t>
            </a:r>
            <a:endParaRPr kumimoji="1" lang="en-US" altLang="ja-JP" sz="1400" dirty="0">
              <a:solidFill>
                <a:schemeClr val="tx1">
                  <a:lumMod val="75000"/>
                  <a:lumOff val="25000"/>
                </a:schemeClr>
              </a:solidFill>
            </a:endParaRPr>
          </a:p>
          <a:p>
            <a:pPr algn="l">
              <a:lnSpc>
                <a:spcPts val="1800"/>
              </a:lnSpc>
            </a:pPr>
            <a:endParaRPr kumimoji="1" lang="en-US" altLang="ja-JP" sz="1400" dirty="0">
              <a:solidFill>
                <a:schemeClr val="tx1">
                  <a:lumMod val="75000"/>
                  <a:lumOff val="25000"/>
                </a:schemeClr>
              </a:solidFill>
            </a:endParaRPr>
          </a:p>
          <a:p>
            <a:pPr algn="l">
              <a:lnSpc>
                <a:spcPts val="1800"/>
              </a:lnSpc>
            </a:pPr>
            <a:r>
              <a:rPr kumimoji="1" lang="ja-JP" altLang="en-US" sz="1400" dirty="0">
                <a:solidFill>
                  <a:schemeClr val="tx1">
                    <a:lumMod val="75000"/>
                    <a:lumOff val="25000"/>
                  </a:schemeClr>
                </a:solidFill>
              </a:rPr>
              <a:t>〇 値が大きいほど能力が高く、</a:t>
            </a:r>
            <a:endParaRPr kumimoji="1" lang="en-US" altLang="ja-JP" sz="1400" dirty="0">
              <a:solidFill>
                <a:schemeClr val="tx1">
                  <a:lumMod val="75000"/>
                  <a:lumOff val="25000"/>
                </a:schemeClr>
              </a:solidFill>
            </a:endParaRPr>
          </a:p>
          <a:p>
            <a:pPr algn="l">
              <a:lnSpc>
                <a:spcPts val="1800"/>
              </a:lnSpc>
            </a:pPr>
            <a:r>
              <a:rPr kumimoji="1" lang="ja-JP" altLang="en-US" sz="1400" dirty="0">
                <a:solidFill>
                  <a:schemeClr val="tx1">
                    <a:lumMod val="75000"/>
                    <a:lumOff val="25000"/>
                  </a:schemeClr>
                </a:solidFill>
              </a:rPr>
              <a:t>　 小さいほど能力が低い、</a:t>
            </a:r>
            <a:endParaRPr kumimoji="1" lang="en-US" altLang="ja-JP" sz="1400" dirty="0">
              <a:solidFill>
                <a:schemeClr val="tx1">
                  <a:lumMod val="75000"/>
                  <a:lumOff val="25000"/>
                </a:schemeClr>
              </a:solidFill>
            </a:endParaRPr>
          </a:p>
          <a:p>
            <a:pPr algn="l">
              <a:lnSpc>
                <a:spcPts val="1800"/>
              </a:lnSpc>
            </a:pPr>
            <a:r>
              <a:rPr kumimoji="1" lang="ja-JP" altLang="en-US" sz="1400" dirty="0">
                <a:solidFill>
                  <a:schemeClr val="tx1">
                    <a:lumMod val="75000"/>
                    <a:lumOff val="25000"/>
                  </a:schemeClr>
                </a:solidFill>
              </a:rPr>
              <a:t>　 と解釈。</a:t>
            </a:r>
          </a:p>
        </p:txBody>
      </p:sp>
    </p:spTree>
    <p:extLst>
      <p:ext uri="{BB962C8B-B14F-4D97-AF65-F5344CB8AC3E}">
        <p14:creationId xmlns:p14="http://schemas.microsoft.com/office/powerpoint/2010/main" val="3929217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D6B9CB-1642-2BF7-4990-7BBC1430405C}"/>
              </a:ext>
            </a:extLst>
          </p:cNvPr>
          <p:cNvSpPr>
            <a:spLocks noGrp="1"/>
          </p:cNvSpPr>
          <p:nvPr>
            <p:ph type="title"/>
          </p:nvPr>
        </p:nvSpPr>
        <p:spPr/>
        <p:txBody>
          <a:bodyPr/>
          <a:lstStyle/>
          <a:p>
            <a:r>
              <a:rPr lang="ja-JP" altLang="en-US" dirty="0"/>
              <a:t>政策研究関係のクイズでの結果概要②</a:t>
            </a:r>
            <a:br>
              <a:rPr lang="en-US" altLang="ja-JP" dirty="0"/>
            </a:br>
            <a:r>
              <a:rPr lang="ja-JP" altLang="en-US" dirty="0"/>
              <a:t> </a:t>
            </a:r>
            <a:r>
              <a:rPr lang="en-US" altLang="ja-JP" dirty="0"/>
              <a:t>- </a:t>
            </a:r>
            <a:r>
              <a:rPr lang="ja-JP" altLang="en-US" dirty="0"/>
              <a:t>特徴的な結果が見られた問題例</a:t>
            </a:r>
            <a:endParaRPr kumimoji="1" lang="ja-JP" altLang="en-US" dirty="0"/>
          </a:p>
        </p:txBody>
      </p:sp>
      <p:sp>
        <p:nvSpPr>
          <p:cNvPr id="3" name="スライド番号プレースホルダー 2">
            <a:extLst>
              <a:ext uri="{FF2B5EF4-FFF2-40B4-BE49-F238E27FC236}">
                <a16:creationId xmlns:a16="http://schemas.microsoft.com/office/drawing/2014/main" id="{C7CA0E26-4B38-4EF1-A0A2-E2FC9175064A}"/>
              </a:ext>
            </a:extLst>
          </p:cNvPr>
          <p:cNvSpPr>
            <a:spLocks noGrp="1"/>
          </p:cNvSpPr>
          <p:nvPr>
            <p:ph type="sldNum" sz="quarter" idx="12"/>
          </p:nvPr>
        </p:nvSpPr>
        <p:spPr/>
        <p:txBody>
          <a:bodyPr/>
          <a:lstStyle/>
          <a:p>
            <a:pPr fontAlgn="auto">
              <a:spcBef>
                <a:spcPts val="0"/>
              </a:spcBef>
              <a:spcAft>
                <a:spcPts val="0"/>
              </a:spcAft>
            </a:pPr>
            <a:fld id="{14672B03-F2D0-4851-B792-39C5CEFB63BA}" type="slidenum">
              <a:rPr lang="ja-JP" altLang="en-US" smtClean="0">
                <a:latin typeface="Meiryo UI"/>
                <a:ea typeface="Meiryo UI"/>
              </a:rPr>
              <a:pPr fontAlgn="auto">
                <a:spcBef>
                  <a:spcPts val="0"/>
                </a:spcBef>
                <a:spcAft>
                  <a:spcPts val="0"/>
                </a:spcAft>
              </a:pPr>
              <a:t>12</a:t>
            </a:fld>
            <a:endParaRPr lang="ja-JP" altLang="en-US" dirty="0">
              <a:latin typeface="Meiryo UI"/>
              <a:ea typeface="Meiryo UI"/>
            </a:endParaRPr>
          </a:p>
        </p:txBody>
      </p:sp>
      <p:pic>
        <p:nvPicPr>
          <p:cNvPr id="4" name="Picture 2">
            <a:extLst>
              <a:ext uri="{FF2B5EF4-FFF2-40B4-BE49-F238E27FC236}">
                <a16:creationId xmlns:a16="http://schemas.microsoft.com/office/drawing/2014/main" id="{CB784E8E-BFB3-5685-3591-7EEA5A71DB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3903" y="800994"/>
            <a:ext cx="863357" cy="863357"/>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D1CE38C8-67E0-6D34-DD5B-88B5B0C741A9}"/>
              </a:ext>
            </a:extLst>
          </p:cNvPr>
          <p:cNvSpPr txBox="1"/>
          <p:nvPr/>
        </p:nvSpPr>
        <p:spPr>
          <a:xfrm>
            <a:off x="7233669" y="1170384"/>
            <a:ext cx="1349122" cy="338554"/>
          </a:xfrm>
          <a:prstGeom prst="rect">
            <a:avLst/>
          </a:prstGeom>
          <a:noFill/>
        </p:spPr>
        <p:txBody>
          <a:bodyPr wrap="square" rtlCol="0">
            <a:spAutoFit/>
          </a:bodyPr>
          <a:lstStyle/>
          <a:p>
            <a:r>
              <a:rPr kumimoji="1" lang="ja-JP" altLang="en-US" sz="1600" b="1" dirty="0">
                <a:solidFill>
                  <a:srgbClr val="0432FF"/>
                </a:solidFill>
                <a:latin typeface="Meiryo UI" panose="020B0604030504040204" pitchFamily="50" charset="-128"/>
                <a:ea typeface="Meiryo UI" panose="020B0604030504040204" pitchFamily="50" charset="-128"/>
              </a:rPr>
              <a:t>☚ 問題リスト</a:t>
            </a:r>
            <a:endParaRPr kumimoji="1" lang="en-US" altLang="ja-JP" sz="1600" b="1" dirty="0">
              <a:solidFill>
                <a:srgbClr val="0432FF"/>
              </a:solidFill>
              <a:latin typeface="Meiryo UI" panose="020B0604030504040204" pitchFamily="50" charset="-128"/>
              <a:ea typeface="Meiryo UI" panose="020B0604030504040204" pitchFamily="50" charset="-128"/>
            </a:endParaRPr>
          </a:p>
        </p:txBody>
      </p:sp>
      <p:sp>
        <p:nvSpPr>
          <p:cNvPr id="12" name="テキスト ボックス 11">
            <a:extLst>
              <a:ext uri="{FF2B5EF4-FFF2-40B4-BE49-F238E27FC236}">
                <a16:creationId xmlns:a16="http://schemas.microsoft.com/office/drawing/2014/main" id="{3729643F-824C-14DA-CF4A-9FD3072677FC}"/>
              </a:ext>
            </a:extLst>
          </p:cNvPr>
          <p:cNvSpPr txBox="1"/>
          <p:nvPr/>
        </p:nvSpPr>
        <p:spPr>
          <a:xfrm>
            <a:off x="84762" y="4479428"/>
            <a:ext cx="8612671" cy="1938992"/>
          </a:xfrm>
          <a:prstGeom prst="rect">
            <a:avLst/>
          </a:prstGeom>
          <a:solidFill>
            <a:srgbClr val="0E2841">
              <a:lumMod val="10000"/>
              <a:lumOff val="90000"/>
            </a:srgbClr>
          </a:solidFill>
          <a:ln w="19050">
            <a:solidFill>
              <a:sysClr val="windowText" lastClr="000000"/>
            </a:solidFill>
          </a:ln>
        </p:spPr>
        <p:txBody>
          <a:bodyPr wrap="square" rtlCol="0">
            <a:spAutoFit/>
          </a:bodyPr>
          <a:lstStyle/>
          <a:p>
            <a:pPr lvl="0" defTabSz="914400">
              <a:defRPr/>
            </a:pPr>
            <a:r>
              <a:rPr lang="ja-JP" altLang="en-US" sz="1200" dirty="0"/>
              <a:t>日本の競争的研究費において間接経費が原則として直接経費の</a:t>
            </a:r>
            <a:r>
              <a:rPr lang="en-US" altLang="ja-JP" sz="1200" dirty="0"/>
              <a:t>30</a:t>
            </a:r>
            <a:r>
              <a:rPr lang="ja-JP" altLang="en-US" sz="1200" dirty="0"/>
              <a:t>％と定められたのは、 第何期科学技術基本計画期間ですか。 当てはまるものを一つ選んでください。 </a:t>
            </a:r>
            <a:r>
              <a:rPr lang="en-US" altLang="ja-JP" sz="1200" dirty="0"/>
              <a:t>A</a:t>
            </a:r>
            <a:r>
              <a:rPr lang="ja-JP" altLang="en-US" sz="1200" dirty="0"/>
              <a:t>～</a:t>
            </a:r>
            <a:r>
              <a:rPr lang="en-US" altLang="ja-JP" sz="1200" dirty="0"/>
              <a:t>D</a:t>
            </a:r>
            <a:r>
              <a:rPr lang="ja-JP" altLang="en-US" sz="1200" dirty="0"/>
              <a:t>に当てはまるものがない場合は、</a:t>
            </a:r>
            <a:r>
              <a:rPr lang="en-US" altLang="ja-JP" sz="1200" dirty="0"/>
              <a:t>E</a:t>
            </a:r>
            <a:r>
              <a:rPr lang="ja-JP" altLang="en-US" sz="1200" dirty="0"/>
              <a:t>を選択してください。 </a:t>
            </a:r>
            <a:endParaRPr lang="en-US" altLang="ja-JP" sz="1200" dirty="0"/>
          </a:p>
          <a:p>
            <a:pPr lvl="0" defTabSz="914400">
              <a:defRPr/>
            </a:pPr>
            <a:endParaRPr lang="en-US" altLang="ja-JP" sz="1200" dirty="0"/>
          </a:p>
          <a:p>
            <a:pPr marL="228600" lvl="0" indent="-228600" defTabSz="914400">
              <a:buAutoNum type="alphaUcPeriod"/>
              <a:defRPr/>
            </a:pPr>
            <a:r>
              <a:rPr lang="ja-JP" altLang="en-US" sz="1200" dirty="0"/>
              <a:t>第</a:t>
            </a:r>
            <a:r>
              <a:rPr lang="en-US" altLang="ja-JP" sz="1200" dirty="0"/>
              <a:t>1</a:t>
            </a:r>
            <a:r>
              <a:rPr lang="ja-JP" altLang="en-US" sz="1200" dirty="0"/>
              <a:t>期科学技術基本計画期間 （</a:t>
            </a:r>
            <a:r>
              <a:rPr lang="en-US" altLang="ja-JP" sz="1200" dirty="0"/>
              <a:t>1996</a:t>
            </a:r>
            <a:r>
              <a:rPr lang="ja-JP" altLang="en-US" sz="1200" dirty="0"/>
              <a:t>年～</a:t>
            </a:r>
            <a:r>
              <a:rPr lang="en-US" altLang="ja-JP" sz="1200" dirty="0"/>
              <a:t>2000</a:t>
            </a:r>
            <a:r>
              <a:rPr lang="ja-JP" altLang="en-US" sz="1200" dirty="0"/>
              <a:t>年） </a:t>
            </a:r>
            <a:endParaRPr lang="en-US" altLang="ja-JP" sz="1200" dirty="0"/>
          </a:p>
          <a:p>
            <a:pPr lvl="0" defTabSz="914400">
              <a:defRPr/>
            </a:pPr>
            <a:r>
              <a:rPr lang="en-US" altLang="ja-JP" sz="1200" dirty="0"/>
              <a:t>B. </a:t>
            </a:r>
            <a:r>
              <a:rPr lang="ja-JP" altLang="en-US" sz="1200" dirty="0"/>
              <a:t>第</a:t>
            </a:r>
            <a:r>
              <a:rPr lang="en-US" altLang="ja-JP" sz="1200" dirty="0"/>
              <a:t>2</a:t>
            </a:r>
            <a:r>
              <a:rPr lang="ja-JP" altLang="en-US" sz="1200" dirty="0"/>
              <a:t>期科学技術基本計画期間 （</a:t>
            </a:r>
            <a:r>
              <a:rPr lang="en-US" altLang="ja-JP" sz="1200" dirty="0"/>
              <a:t>2001</a:t>
            </a:r>
            <a:r>
              <a:rPr lang="ja-JP" altLang="en-US" sz="1200" dirty="0"/>
              <a:t>年～</a:t>
            </a:r>
            <a:r>
              <a:rPr lang="en-US" altLang="ja-JP" sz="1200" dirty="0"/>
              <a:t>2005</a:t>
            </a:r>
            <a:r>
              <a:rPr lang="ja-JP" altLang="en-US" sz="1200" dirty="0"/>
              <a:t>年） </a:t>
            </a:r>
            <a:endParaRPr lang="en-US" altLang="ja-JP" sz="1200" dirty="0"/>
          </a:p>
          <a:p>
            <a:pPr lvl="0" defTabSz="914400">
              <a:defRPr/>
            </a:pPr>
            <a:r>
              <a:rPr lang="en-US" altLang="ja-JP" sz="1200" dirty="0"/>
              <a:t>C. </a:t>
            </a:r>
            <a:r>
              <a:rPr lang="ja-JP" altLang="en-US" sz="1200" dirty="0"/>
              <a:t>第</a:t>
            </a:r>
            <a:r>
              <a:rPr lang="en-US" altLang="ja-JP" sz="1200" dirty="0"/>
              <a:t>3</a:t>
            </a:r>
            <a:r>
              <a:rPr lang="ja-JP" altLang="en-US" sz="1200" dirty="0"/>
              <a:t>期科学技術基本計画期間 （</a:t>
            </a:r>
            <a:r>
              <a:rPr lang="en-US" altLang="ja-JP" sz="1200" dirty="0"/>
              <a:t>2006</a:t>
            </a:r>
            <a:r>
              <a:rPr lang="ja-JP" altLang="en-US" sz="1200" dirty="0"/>
              <a:t>年～</a:t>
            </a:r>
            <a:r>
              <a:rPr lang="en-US" altLang="ja-JP" sz="1200" dirty="0"/>
              <a:t>2010</a:t>
            </a:r>
            <a:r>
              <a:rPr lang="ja-JP" altLang="en-US" sz="1200" dirty="0"/>
              <a:t>年） </a:t>
            </a:r>
            <a:endParaRPr lang="en-US" altLang="ja-JP" sz="1200" dirty="0"/>
          </a:p>
          <a:p>
            <a:pPr lvl="0" defTabSz="914400">
              <a:defRPr/>
            </a:pPr>
            <a:r>
              <a:rPr lang="en-US" altLang="ja-JP" sz="1200" dirty="0"/>
              <a:t>D. </a:t>
            </a:r>
            <a:r>
              <a:rPr lang="ja-JP" altLang="en-US" sz="1200" dirty="0"/>
              <a:t>第</a:t>
            </a:r>
            <a:r>
              <a:rPr lang="en-US" altLang="ja-JP" sz="1200" dirty="0"/>
              <a:t>4</a:t>
            </a:r>
            <a:r>
              <a:rPr lang="ja-JP" altLang="en-US" sz="1200" dirty="0"/>
              <a:t>期科学技術基本計画期間 （</a:t>
            </a:r>
            <a:r>
              <a:rPr lang="en-US" altLang="ja-JP" sz="1200" dirty="0"/>
              <a:t>2011</a:t>
            </a:r>
            <a:r>
              <a:rPr lang="ja-JP" altLang="en-US" sz="1200" dirty="0"/>
              <a:t>年～</a:t>
            </a:r>
            <a:r>
              <a:rPr lang="en-US" altLang="ja-JP" sz="1200" dirty="0"/>
              <a:t>2015</a:t>
            </a:r>
            <a:r>
              <a:rPr lang="ja-JP" altLang="en-US" sz="1200" dirty="0"/>
              <a:t>年） </a:t>
            </a:r>
            <a:endParaRPr lang="en-US" altLang="ja-JP" sz="1200" dirty="0"/>
          </a:p>
          <a:p>
            <a:pPr lvl="0" defTabSz="914400">
              <a:defRPr/>
            </a:pPr>
            <a:r>
              <a:rPr lang="en-US" altLang="ja-JP" sz="1200" dirty="0"/>
              <a:t>E. A~D</a:t>
            </a:r>
            <a:r>
              <a:rPr lang="ja-JP" altLang="en-US" sz="1200" dirty="0"/>
              <a:t>の中に当てはまるものはない </a:t>
            </a:r>
            <a:endParaRPr lang="en-US" altLang="ja-JP" sz="1200" dirty="0"/>
          </a:p>
          <a:p>
            <a:pPr lvl="0" defTabSz="914400">
              <a:defRPr/>
            </a:pPr>
            <a:endParaRPr lang="en-US" altLang="ja-JP" sz="1200" dirty="0"/>
          </a:p>
          <a:p>
            <a:pPr lvl="0" defTabSz="914400">
              <a:defRPr/>
            </a:pPr>
            <a:r>
              <a:rPr lang="ja-JP" altLang="en-US" sz="1200" dirty="0"/>
              <a:t>回答は</a:t>
            </a:r>
            <a:r>
              <a:rPr lang="en-US" altLang="ja-JP" sz="1200" dirty="0"/>
              <a:t>A, B, C, D, E</a:t>
            </a:r>
            <a:r>
              <a:rPr lang="ja-JP" altLang="en-US" sz="1200" dirty="0"/>
              <a:t>のうちアルファベット</a:t>
            </a:r>
            <a:r>
              <a:rPr lang="en-US" altLang="ja-JP" sz="1200" dirty="0"/>
              <a:t>1</a:t>
            </a:r>
            <a:r>
              <a:rPr lang="ja-JP" altLang="en-US" sz="1200" dirty="0"/>
              <a:t>文字のみでお願いします。</a:t>
            </a:r>
            <a:endParaRPr kumimoji="1" lang="ja-JP" altLang="en-US" sz="1000" b="0" i="0" u="none" strike="noStrike" kern="0" cap="none" spc="0" normalizeH="0" baseline="0" noProof="0" dirty="0">
              <a:ln>
                <a:noFill/>
              </a:ln>
              <a:solidFill>
                <a:prstClr val="black"/>
              </a:solidFill>
              <a:effectLst/>
              <a:uLnTx/>
              <a:uFillTx/>
            </a:endParaRPr>
          </a:p>
        </p:txBody>
      </p:sp>
      <p:sp>
        <p:nvSpPr>
          <p:cNvPr id="13" name="矢印: 五方向 12">
            <a:extLst>
              <a:ext uri="{FF2B5EF4-FFF2-40B4-BE49-F238E27FC236}">
                <a16:creationId xmlns:a16="http://schemas.microsoft.com/office/drawing/2014/main" id="{887B57AC-6F30-E32B-8BD9-83342728C9E4}"/>
              </a:ext>
            </a:extLst>
          </p:cNvPr>
          <p:cNvSpPr/>
          <p:nvPr/>
        </p:nvSpPr>
        <p:spPr>
          <a:xfrm>
            <a:off x="84762" y="4246565"/>
            <a:ext cx="3701235" cy="232863"/>
          </a:xfrm>
          <a:prstGeom prst="homePlate">
            <a:avLst/>
          </a:prstGeom>
          <a:solidFill>
            <a:srgbClr val="0F9ED5"/>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dirty="0">
                <a:ln>
                  <a:noFill/>
                </a:ln>
                <a:solidFill>
                  <a:prstClr val="white"/>
                </a:solidFill>
                <a:effectLst/>
                <a:uLnTx/>
                <a:uFillTx/>
                <a:latin typeface="+mj-lt"/>
                <a:ea typeface="游ゴシック" panose="020B0400000000000000" pitchFamily="50" charset="-128"/>
                <a:cs typeface="+mn-cs"/>
              </a:rPr>
              <a:t>問題例</a:t>
            </a:r>
            <a:r>
              <a:rPr kumimoji="1" lang="en-US" altLang="ja-JP" sz="1600" b="1" kern="0" dirty="0">
                <a:solidFill>
                  <a:prstClr val="white"/>
                </a:solidFill>
                <a:latin typeface="+mj-lt"/>
                <a:ea typeface="游ゴシック" panose="020B0400000000000000" pitchFamily="50" charset="-128"/>
              </a:rPr>
              <a:t>2</a:t>
            </a:r>
            <a:r>
              <a:rPr kumimoji="1" lang="ja-JP" altLang="en-US" sz="1200" b="1" kern="0" dirty="0">
                <a:solidFill>
                  <a:prstClr val="white"/>
                </a:solidFill>
                <a:latin typeface="+mj-lt"/>
                <a:ea typeface="游ゴシック" panose="020B0400000000000000" pitchFamily="50" charset="-128"/>
              </a:rPr>
              <a:t>（識別力</a:t>
            </a:r>
            <a:r>
              <a:rPr kumimoji="1" lang="en-US" altLang="ja-JP" sz="1200" b="1" kern="0" dirty="0">
                <a:solidFill>
                  <a:prstClr val="white"/>
                </a:solidFill>
                <a:latin typeface="+mj-lt"/>
                <a:ea typeface="游ゴシック" panose="020B0400000000000000" pitchFamily="50" charset="-128"/>
              </a:rPr>
              <a:t>2, </a:t>
            </a:r>
            <a:r>
              <a:rPr kumimoji="1" lang="ja-JP" altLang="en-US" sz="1200" b="1" kern="0" dirty="0">
                <a:solidFill>
                  <a:prstClr val="white"/>
                </a:solidFill>
                <a:latin typeface="+mj-lt"/>
                <a:ea typeface="游ゴシック" panose="020B0400000000000000" pitchFamily="50" charset="-128"/>
              </a:rPr>
              <a:t>困難度</a:t>
            </a:r>
            <a:r>
              <a:rPr kumimoji="1" lang="en-US" altLang="ja-JP" sz="1200" b="1" kern="0" dirty="0">
                <a:solidFill>
                  <a:prstClr val="white"/>
                </a:solidFill>
                <a:latin typeface="+mj-lt"/>
                <a:ea typeface="游ゴシック" panose="020B0400000000000000" pitchFamily="50" charset="-128"/>
              </a:rPr>
              <a:t>2, </a:t>
            </a:r>
            <a:r>
              <a:rPr kumimoji="1" lang="ja-JP" altLang="en-US" sz="1200" b="1" kern="0" dirty="0">
                <a:solidFill>
                  <a:prstClr val="white"/>
                </a:solidFill>
                <a:latin typeface="+mj-lt"/>
                <a:ea typeface="游ゴシック" panose="020B0400000000000000" pitchFamily="50" charset="-128"/>
              </a:rPr>
              <a:t>いずれも発散）</a:t>
            </a:r>
            <a:endParaRPr kumimoji="1" lang="ja-JP" altLang="en-US" sz="1800" b="1" i="0" u="none" strike="noStrike" kern="0" cap="none" spc="0" normalizeH="0" baseline="0" noProof="0" dirty="0">
              <a:ln>
                <a:noFill/>
              </a:ln>
              <a:solidFill>
                <a:prstClr val="white"/>
              </a:solidFill>
              <a:effectLst/>
              <a:uLnTx/>
              <a:uFillTx/>
              <a:latin typeface="+mj-lt"/>
              <a:ea typeface="游ゴシック" panose="020B0400000000000000" pitchFamily="50" charset="-128"/>
              <a:cs typeface="+mn-cs"/>
            </a:endParaRPr>
          </a:p>
        </p:txBody>
      </p:sp>
      <p:sp>
        <p:nvSpPr>
          <p:cNvPr id="14" name="テキスト ボックス 13">
            <a:extLst>
              <a:ext uri="{FF2B5EF4-FFF2-40B4-BE49-F238E27FC236}">
                <a16:creationId xmlns:a16="http://schemas.microsoft.com/office/drawing/2014/main" id="{8D46FBA9-A227-1BCF-26C1-1F6E4FE597D8}"/>
              </a:ext>
            </a:extLst>
          </p:cNvPr>
          <p:cNvSpPr txBox="1"/>
          <p:nvPr/>
        </p:nvSpPr>
        <p:spPr>
          <a:xfrm>
            <a:off x="63496" y="3967439"/>
            <a:ext cx="4487238" cy="307777"/>
          </a:xfrm>
          <a:prstGeom prst="rect">
            <a:avLst/>
          </a:prstGeom>
          <a:noFill/>
        </p:spPr>
        <p:txBody>
          <a:bodyPr wrap="square" rtlCol="0">
            <a:spAutoFit/>
          </a:bodyPr>
          <a:lstStyle/>
          <a:p>
            <a:r>
              <a:rPr kumimoji="1" lang="en-US" altLang="ja-JP" sz="1400" b="1" dirty="0">
                <a:latin typeface="Meiryo UI" panose="020B0604030504040204" pitchFamily="50" charset="-128"/>
                <a:ea typeface="Meiryo UI" panose="020B0604030504040204" pitchFamily="50" charset="-128"/>
              </a:rPr>
              <a:t>【</a:t>
            </a:r>
            <a:r>
              <a:rPr kumimoji="1" lang="ja-JP" altLang="en-US" sz="1400" b="1" dirty="0">
                <a:latin typeface="Meiryo UI" panose="020B0604030504040204" pitchFamily="50" charset="-128"/>
                <a:ea typeface="Meiryo UI" panose="020B0604030504040204" pitchFamily="50" charset="-128"/>
              </a:rPr>
              <a:t>正答確率が著しく低かった問題</a:t>
            </a:r>
            <a:r>
              <a:rPr kumimoji="1" lang="en-US" altLang="ja-JP" sz="1400" b="1" dirty="0">
                <a:latin typeface="Meiryo UI" panose="020B0604030504040204" pitchFamily="50" charset="-128"/>
                <a:ea typeface="Meiryo UI" panose="020B0604030504040204" pitchFamily="50" charset="-128"/>
              </a:rPr>
              <a:t>】</a:t>
            </a:r>
          </a:p>
        </p:txBody>
      </p:sp>
      <p:sp>
        <p:nvSpPr>
          <p:cNvPr id="17" name="テキスト ボックス 16">
            <a:extLst>
              <a:ext uri="{FF2B5EF4-FFF2-40B4-BE49-F238E27FC236}">
                <a16:creationId xmlns:a16="http://schemas.microsoft.com/office/drawing/2014/main" id="{7B85A3A6-7D72-3D7C-D6F8-18530776438D}"/>
              </a:ext>
            </a:extLst>
          </p:cNvPr>
          <p:cNvSpPr txBox="1"/>
          <p:nvPr/>
        </p:nvSpPr>
        <p:spPr>
          <a:xfrm>
            <a:off x="84762" y="1810780"/>
            <a:ext cx="8612671" cy="1938992"/>
          </a:xfrm>
          <a:prstGeom prst="rect">
            <a:avLst/>
          </a:prstGeom>
          <a:solidFill>
            <a:srgbClr val="0E2841">
              <a:lumMod val="10000"/>
              <a:lumOff val="90000"/>
            </a:srgbClr>
          </a:solidFill>
          <a:ln w="19050">
            <a:solidFill>
              <a:sysClr val="windowText" lastClr="000000"/>
            </a:solidFill>
          </a:ln>
        </p:spPr>
        <p:txBody>
          <a:bodyPr wrap="square" rtlCol="0">
            <a:spAutoFit/>
          </a:bodyPr>
          <a:lstStyle/>
          <a:p>
            <a:pPr lvl="0" defTabSz="914400">
              <a:defRPr/>
            </a:pPr>
            <a:r>
              <a:rPr lang="ja-JP" altLang="en-US" sz="1200" dirty="0"/>
              <a:t>国立大学法人に基盤的経費として配分される運営費交付金の性質として、 当てはまるものを一つ選んでください。 </a:t>
            </a:r>
            <a:r>
              <a:rPr lang="en-US" altLang="ja-JP" sz="1200" dirty="0"/>
              <a:t>A</a:t>
            </a:r>
            <a:r>
              <a:rPr lang="ja-JP" altLang="en-US" sz="1200" dirty="0"/>
              <a:t>～</a:t>
            </a:r>
            <a:r>
              <a:rPr lang="en-US" altLang="ja-JP" sz="1200" dirty="0"/>
              <a:t>D</a:t>
            </a:r>
            <a:r>
              <a:rPr lang="ja-JP" altLang="en-US" sz="1200" dirty="0"/>
              <a:t>に当てはまるものがない場合は、</a:t>
            </a:r>
            <a:r>
              <a:rPr lang="en-US" altLang="ja-JP" sz="1200" dirty="0"/>
              <a:t>E</a:t>
            </a:r>
            <a:r>
              <a:rPr lang="ja-JP" altLang="en-US" sz="1200" dirty="0"/>
              <a:t>を選択してください。 </a:t>
            </a:r>
            <a:endParaRPr lang="en-US" altLang="ja-JP" sz="1200" dirty="0"/>
          </a:p>
          <a:p>
            <a:pPr lvl="0" defTabSz="914400">
              <a:defRPr/>
            </a:pPr>
            <a:endParaRPr lang="en-US" altLang="ja-JP" sz="1200" dirty="0"/>
          </a:p>
          <a:p>
            <a:pPr lvl="0" defTabSz="914400">
              <a:defRPr/>
            </a:pPr>
            <a:r>
              <a:rPr lang="en-US" altLang="ja-JP" sz="1200" dirty="0"/>
              <a:t>A. </a:t>
            </a:r>
            <a:r>
              <a:rPr lang="ja-JP" altLang="en-US" sz="1200" dirty="0"/>
              <a:t>経営状況が厳しいほど重点的に配分される。 </a:t>
            </a:r>
            <a:endParaRPr lang="en-US" altLang="ja-JP" sz="1200" dirty="0"/>
          </a:p>
          <a:p>
            <a:pPr lvl="0" defTabSz="914400">
              <a:defRPr/>
            </a:pPr>
            <a:r>
              <a:rPr lang="en-US" altLang="ja-JP" sz="1200" dirty="0"/>
              <a:t>B. </a:t>
            </a:r>
            <a:r>
              <a:rPr lang="ja-JP" altLang="en-US" sz="1200" dirty="0"/>
              <a:t>人件費、物件費等の区分がない、渡し切りの交付金であり、 各大学の裁量に応じて執行が可能である。</a:t>
            </a:r>
            <a:endParaRPr lang="en-US" altLang="ja-JP" sz="1200" dirty="0"/>
          </a:p>
          <a:p>
            <a:pPr lvl="0" defTabSz="914400">
              <a:defRPr/>
            </a:pPr>
            <a:r>
              <a:rPr lang="en-US" altLang="ja-JP" sz="1200" dirty="0"/>
              <a:t>C. </a:t>
            </a:r>
            <a:r>
              <a:rPr lang="ja-JP" altLang="en-US" sz="1200" dirty="0"/>
              <a:t>各大学への交付総額が毎年数パーセントずつ減額されることが決まっており、 減額分は自己収入の増加で対応しなければならない。 </a:t>
            </a:r>
            <a:r>
              <a:rPr lang="en-US" altLang="ja-JP" sz="1200" dirty="0"/>
              <a:t>D. </a:t>
            </a:r>
            <a:r>
              <a:rPr lang="ja-JP" altLang="en-US" sz="1200" dirty="0"/>
              <a:t>教職員の退職手当等は、運営費交付金に含まれず、別途支給される。 </a:t>
            </a:r>
            <a:endParaRPr lang="en-US" altLang="ja-JP" sz="1200" dirty="0"/>
          </a:p>
          <a:p>
            <a:pPr lvl="0" defTabSz="914400">
              <a:defRPr/>
            </a:pPr>
            <a:r>
              <a:rPr lang="en-US" altLang="ja-JP" sz="1200" dirty="0"/>
              <a:t>E. A~D</a:t>
            </a:r>
            <a:r>
              <a:rPr lang="ja-JP" altLang="en-US" sz="1200" dirty="0"/>
              <a:t>の中に当てはまるものはない </a:t>
            </a:r>
            <a:endParaRPr lang="en-US" altLang="ja-JP" sz="1200" dirty="0"/>
          </a:p>
          <a:p>
            <a:pPr lvl="0" defTabSz="914400">
              <a:defRPr/>
            </a:pPr>
            <a:endParaRPr lang="en-US" altLang="ja-JP" sz="1200" dirty="0"/>
          </a:p>
          <a:p>
            <a:pPr lvl="0" defTabSz="914400">
              <a:defRPr/>
            </a:pPr>
            <a:r>
              <a:rPr lang="ja-JP" altLang="en-US" sz="1200" dirty="0"/>
              <a:t>回答は</a:t>
            </a:r>
            <a:r>
              <a:rPr lang="en-US" altLang="ja-JP" sz="1200" dirty="0"/>
              <a:t>A, B, C, D, E</a:t>
            </a:r>
            <a:r>
              <a:rPr lang="ja-JP" altLang="en-US" sz="1200" dirty="0"/>
              <a:t>のうちアルファベット</a:t>
            </a:r>
            <a:r>
              <a:rPr lang="en-US" altLang="ja-JP" sz="1200" dirty="0"/>
              <a:t>1</a:t>
            </a:r>
            <a:r>
              <a:rPr lang="ja-JP" altLang="en-US" sz="1200" dirty="0"/>
              <a:t>文字のみでお願いします。</a:t>
            </a:r>
          </a:p>
        </p:txBody>
      </p:sp>
      <p:sp>
        <p:nvSpPr>
          <p:cNvPr id="18" name="矢印: 五方向 17">
            <a:extLst>
              <a:ext uri="{FF2B5EF4-FFF2-40B4-BE49-F238E27FC236}">
                <a16:creationId xmlns:a16="http://schemas.microsoft.com/office/drawing/2014/main" id="{3417D9FE-2A76-12A3-F9A6-1BD8DF5D8FE4}"/>
              </a:ext>
            </a:extLst>
          </p:cNvPr>
          <p:cNvSpPr/>
          <p:nvPr/>
        </p:nvSpPr>
        <p:spPr>
          <a:xfrm>
            <a:off x="84762" y="1577917"/>
            <a:ext cx="3701235" cy="232863"/>
          </a:xfrm>
          <a:prstGeom prst="homePlate">
            <a:avLst/>
          </a:prstGeom>
          <a:solidFill>
            <a:srgbClr val="0F9ED5"/>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dirty="0">
                <a:ln>
                  <a:noFill/>
                </a:ln>
                <a:solidFill>
                  <a:prstClr val="white"/>
                </a:solidFill>
                <a:effectLst/>
                <a:uLnTx/>
                <a:uFillTx/>
                <a:latin typeface="+mj-lt"/>
                <a:ea typeface="游ゴシック" panose="020B0400000000000000" pitchFamily="50" charset="-128"/>
                <a:cs typeface="+mn-cs"/>
              </a:rPr>
              <a:t>問題例</a:t>
            </a:r>
            <a:r>
              <a:rPr kumimoji="1" lang="en-US" altLang="ja-JP" sz="1600" b="1" kern="0" dirty="0">
                <a:solidFill>
                  <a:prstClr val="white"/>
                </a:solidFill>
                <a:latin typeface="+mj-lt"/>
                <a:ea typeface="游ゴシック" panose="020B0400000000000000" pitchFamily="50" charset="-128"/>
              </a:rPr>
              <a:t>1</a:t>
            </a:r>
            <a:r>
              <a:rPr kumimoji="1" lang="ja-JP" altLang="en-US" sz="1200" b="1" kern="0" dirty="0">
                <a:solidFill>
                  <a:prstClr val="white"/>
                </a:solidFill>
                <a:latin typeface="+mj-lt"/>
                <a:ea typeface="游ゴシック" panose="020B0400000000000000" pitchFamily="50" charset="-128"/>
              </a:rPr>
              <a:t>（識別力</a:t>
            </a:r>
            <a:r>
              <a:rPr kumimoji="1" lang="en-US" altLang="ja-JP" sz="1200" b="1" kern="0" dirty="0">
                <a:solidFill>
                  <a:prstClr val="white"/>
                </a:solidFill>
                <a:latin typeface="+mj-lt"/>
                <a:ea typeface="游ゴシック" panose="020B0400000000000000" pitchFamily="50" charset="-128"/>
              </a:rPr>
              <a:t>2, </a:t>
            </a:r>
            <a:r>
              <a:rPr kumimoji="1" lang="ja-JP" altLang="en-US" sz="1200" b="1" kern="0" dirty="0">
                <a:solidFill>
                  <a:prstClr val="white"/>
                </a:solidFill>
                <a:latin typeface="+mj-lt"/>
                <a:ea typeface="游ゴシック" panose="020B0400000000000000" pitchFamily="50" charset="-128"/>
              </a:rPr>
              <a:t>困難度</a:t>
            </a:r>
            <a:r>
              <a:rPr kumimoji="1" lang="en-US" altLang="ja-JP" sz="1200" b="1" kern="0" dirty="0">
                <a:solidFill>
                  <a:prstClr val="white"/>
                </a:solidFill>
                <a:latin typeface="+mj-lt"/>
                <a:ea typeface="游ゴシック" panose="020B0400000000000000" pitchFamily="50" charset="-128"/>
              </a:rPr>
              <a:t>-2, </a:t>
            </a:r>
            <a:r>
              <a:rPr kumimoji="1" lang="ja-JP" altLang="en-US" sz="1200" b="1" kern="0" dirty="0">
                <a:solidFill>
                  <a:prstClr val="white"/>
                </a:solidFill>
                <a:latin typeface="+mj-lt"/>
                <a:ea typeface="游ゴシック" panose="020B0400000000000000" pitchFamily="50" charset="-128"/>
              </a:rPr>
              <a:t>いずれも発散）</a:t>
            </a:r>
            <a:endParaRPr kumimoji="1" lang="ja-JP" altLang="en-US" sz="1800" b="1" i="0" u="none" strike="noStrike" kern="0" cap="none" spc="0" normalizeH="0" baseline="0" noProof="0" dirty="0">
              <a:ln>
                <a:noFill/>
              </a:ln>
              <a:solidFill>
                <a:prstClr val="white"/>
              </a:solidFill>
              <a:effectLst/>
              <a:uLnTx/>
              <a:uFillTx/>
              <a:latin typeface="+mj-lt"/>
              <a:ea typeface="游ゴシック" panose="020B0400000000000000" pitchFamily="50" charset="-128"/>
              <a:cs typeface="+mn-cs"/>
            </a:endParaRPr>
          </a:p>
        </p:txBody>
      </p:sp>
      <p:sp>
        <p:nvSpPr>
          <p:cNvPr id="19" name="テキスト ボックス 18">
            <a:extLst>
              <a:ext uri="{FF2B5EF4-FFF2-40B4-BE49-F238E27FC236}">
                <a16:creationId xmlns:a16="http://schemas.microsoft.com/office/drawing/2014/main" id="{3FD4075D-6CFB-6AE5-0825-1CD96FB613EA}"/>
              </a:ext>
            </a:extLst>
          </p:cNvPr>
          <p:cNvSpPr txBox="1"/>
          <p:nvPr/>
        </p:nvSpPr>
        <p:spPr>
          <a:xfrm>
            <a:off x="32302" y="1270140"/>
            <a:ext cx="4487238" cy="307777"/>
          </a:xfrm>
          <a:prstGeom prst="rect">
            <a:avLst/>
          </a:prstGeom>
          <a:noFill/>
        </p:spPr>
        <p:txBody>
          <a:bodyPr wrap="square" rtlCol="0">
            <a:spAutoFit/>
          </a:bodyPr>
          <a:lstStyle/>
          <a:p>
            <a:r>
              <a:rPr kumimoji="1" lang="en-US" altLang="ja-JP" sz="1400" b="1" dirty="0">
                <a:latin typeface="Meiryo UI" panose="020B0604030504040204" pitchFamily="50" charset="-128"/>
                <a:ea typeface="Meiryo UI" panose="020B0604030504040204" pitchFamily="50" charset="-128"/>
              </a:rPr>
              <a:t>【</a:t>
            </a:r>
            <a:r>
              <a:rPr kumimoji="1" lang="ja-JP" altLang="en-US" sz="1400" b="1" dirty="0">
                <a:latin typeface="Meiryo UI" panose="020B0604030504040204" pitchFamily="50" charset="-128"/>
                <a:ea typeface="Meiryo UI" panose="020B0604030504040204" pitchFamily="50" charset="-128"/>
              </a:rPr>
              <a:t>正答確率が著しく高かった問題</a:t>
            </a:r>
            <a:r>
              <a:rPr kumimoji="1" lang="en-US" altLang="ja-JP" sz="1400" b="1" dirty="0">
                <a:latin typeface="Meiryo UI" panose="020B0604030504040204" pitchFamily="50" charset="-128"/>
                <a:ea typeface="Meiryo UI" panose="020B0604030504040204" pitchFamily="50" charset="-128"/>
              </a:rPr>
              <a:t>】</a:t>
            </a:r>
          </a:p>
        </p:txBody>
      </p:sp>
    </p:spTree>
    <p:extLst>
      <p:ext uri="{BB962C8B-B14F-4D97-AF65-F5344CB8AC3E}">
        <p14:creationId xmlns:p14="http://schemas.microsoft.com/office/powerpoint/2010/main" val="3486576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96B94-CC17-85F8-F44D-2CB04687788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1B90AAB-B323-96D1-B09E-86CD40DD8EE4}"/>
              </a:ext>
            </a:extLst>
          </p:cNvPr>
          <p:cNvSpPr>
            <a:spLocks noGrp="1"/>
          </p:cNvSpPr>
          <p:nvPr>
            <p:ph type="title"/>
          </p:nvPr>
        </p:nvSpPr>
        <p:spPr/>
        <p:txBody>
          <a:bodyPr/>
          <a:lstStyle/>
          <a:p>
            <a:r>
              <a:rPr lang="ja-JP" altLang="en-US" dirty="0"/>
              <a:t>政策研究関係のクイズでの結果概要②</a:t>
            </a:r>
            <a:br>
              <a:rPr lang="en-US" altLang="ja-JP" dirty="0"/>
            </a:br>
            <a:r>
              <a:rPr lang="ja-JP" altLang="en-US" dirty="0"/>
              <a:t> </a:t>
            </a:r>
            <a:r>
              <a:rPr lang="en-US" altLang="ja-JP" dirty="0"/>
              <a:t>- </a:t>
            </a:r>
            <a:r>
              <a:rPr lang="ja-JP" altLang="en-US" dirty="0"/>
              <a:t>特徴的な結果が見られた問題例</a:t>
            </a:r>
            <a:endParaRPr kumimoji="1" lang="ja-JP" altLang="en-US" dirty="0"/>
          </a:p>
        </p:txBody>
      </p:sp>
      <p:sp>
        <p:nvSpPr>
          <p:cNvPr id="3" name="スライド番号プレースホルダー 2">
            <a:extLst>
              <a:ext uri="{FF2B5EF4-FFF2-40B4-BE49-F238E27FC236}">
                <a16:creationId xmlns:a16="http://schemas.microsoft.com/office/drawing/2014/main" id="{CB82160F-C224-0C9F-4671-F76AF92375A3}"/>
              </a:ext>
            </a:extLst>
          </p:cNvPr>
          <p:cNvSpPr>
            <a:spLocks noGrp="1"/>
          </p:cNvSpPr>
          <p:nvPr>
            <p:ph type="sldNum" sz="quarter" idx="12"/>
          </p:nvPr>
        </p:nvSpPr>
        <p:spPr/>
        <p:txBody>
          <a:bodyPr/>
          <a:lstStyle/>
          <a:p>
            <a:pPr fontAlgn="auto">
              <a:spcBef>
                <a:spcPts val="0"/>
              </a:spcBef>
              <a:spcAft>
                <a:spcPts val="0"/>
              </a:spcAft>
            </a:pPr>
            <a:fld id="{14672B03-F2D0-4851-B792-39C5CEFB63BA}" type="slidenum">
              <a:rPr lang="ja-JP" altLang="en-US" smtClean="0">
                <a:latin typeface="Meiryo UI"/>
                <a:ea typeface="Meiryo UI"/>
              </a:rPr>
              <a:pPr fontAlgn="auto">
                <a:spcBef>
                  <a:spcPts val="0"/>
                </a:spcBef>
                <a:spcAft>
                  <a:spcPts val="0"/>
                </a:spcAft>
              </a:pPr>
              <a:t>13</a:t>
            </a:fld>
            <a:endParaRPr lang="ja-JP" altLang="en-US" dirty="0">
              <a:latin typeface="Meiryo UI"/>
              <a:ea typeface="Meiryo UI"/>
            </a:endParaRPr>
          </a:p>
        </p:txBody>
      </p:sp>
      <p:pic>
        <p:nvPicPr>
          <p:cNvPr id="4" name="Picture 2">
            <a:extLst>
              <a:ext uri="{FF2B5EF4-FFF2-40B4-BE49-F238E27FC236}">
                <a16:creationId xmlns:a16="http://schemas.microsoft.com/office/drawing/2014/main" id="{6C79078C-FB6C-A52E-0CB8-52CB07F2CA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3903" y="800994"/>
            <a:ext cx="863357" cy="863357"/>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FE3F5692-354C-13FF-EADF-BAD9B0CE67C4}"/>
              </a:ext>
            </a:extLst>
          </p:cNvPr>
          <p:cNvSpPr txBox="1"/>
          <p:nvPr/>
        </p:nvSpPr>
        <p:spPr>
          <a:xfrm>
            <a:off x="7233669" y="1170384"/>
            <a:ext cx="1349122" cy="338554"/>
          </a:xfrm>
          <a:prstGeom prst="rect">
            <a:avLst/>
          </a:prstGeom>
          <a:noFill/>
        </p:spPr>
        <p:txBody>
          <a:bodyPr wrap="square" rtlCol="0">
            <a:spAutoFit/>
          </a:bodyPr>
          <a:lstStyle/>
          <a:p>
            <a:r>
              <a:rPr kumimoji="1" lang="ja-JP" altLang="en-US" sz="1600" b="1" dirty="0">
                <a:solidFill>
                  <a:srgbClr val="0432FF"/>
                </a:solidFill>
                <a:latin typeface="Meiryo UI" panose="020B0604030504040204" pitchFamily="50" charset="-128"/>
                <a:ea typeface="Meiryo UI" panose="020B0604030504040204" pitchFamily="50" charset="-128"/>
              </a:rPr>
              <a:t>☚ 問題リスト</a:t>
            </a:r>
            <a:endParaRPr kumimoji="1" lang="en-US" altLang="ja-JP" sz="1600" b="1" dirty="0">
              <a:solidFill>
                <a:srgbClr val="0432FF"/>
              </a:solidFill>
              <a:latin typeface="Meiryo UI" panose="020B0604030504040204" pitchFamily="50" charset="-128"/>
              <a:ea typeface="Meiryo UI" panose="020B0604030504040204" pitchFamily="50" charset="-128"/>
            </a:endParaRPr>
          </a:p>
        </p:txBody>
      </p:sp>
      <p:sp>
        <p:nvSpPr>
          <p:cNvPr id="12" name="テキスト ボックス 11">
            <a:extLst>
              <a:ext uri="{FF2B5EF4-FFF2-40B4-BE49-F238E27FC236}">
                <a16:creationId xmlns:a16="http://schemas.microsoft.com/office/drawing/2014/main" id="{E10759F4-30AD-2D87-8C76-A3EC0C108E5E}"/>
              </a:ext>
            </a:extLst>
          </p:cNvPr>
          <p:cNvSpPr txBox="1"/>
          <p:nvPr/>
        </p:nvSpPr>
        <p:spPr>
          <a:xfrm>
            <a:off x="84762" y="4298669"/>
            <a:ext cx="8612671" cy="2492990"/>
          </a:xfrm>
          <a:prstGeom prst="rect">
            <a:avLst/>
          </a:prstGeom>
          <a:solidFill>
            <a:srgbClr val="0E2841">
              <a:lumMod val="10000"/>
              <a:lumOff val="90000"/>
            </a:srgbClr>
          </a:solidFill>
          <a:ln w="19050">
            <a:solidFill>
              <a:sysClr val="windowText" lastClr="000000"/>
            </a:solidFill>
          </a:ln>
        </p:spPr>
        <p:txBody>
          <a:bodyPr wrap="square" rtlCol="0">
            <a:spAutoFit/>
          </a:bodyPr>
          <a:lstStyle/>
          <a:p>
            <a:pPr lvl="0" defTabSz="914400">
              <a:defRPr/>
            </a:pPr>
            <a:r>
              <a:rPr lang="ja-JP" altLang="en-US" sz="1200" dirty="0"/>
              <a:t>日本におけるフルタイム換算データに関する調査（</a:t>
            </a:r>
            <a:r>
              <a:rPr lang="en-US" altLang="ja-JP" sz="1200" dirty="0"/>
              <a:t>FTE</a:t>
            </a:r>
            <a:r>
              <a:rPr lang="ja-JP" altLang="en-US" sz="1200" dirty="0"/>
              <a:t>調査）を他の調査と突合しながら分析する際、 制約となり得ることはどのようなものですか。 当てはまらないものを一つ選んでください。 </a:t>
            </a:r>
            <a:r>
              <a:rPr lang="en-US" altLang="ja-JP" sz="1200" dirty="0"/>
              <a:t>A</a:t>
            </a:r>
            <a:r>
              <a:rPr lang="ja-JP" altLang="en-US" sz="1200" dirty="0"/>
              <a:t>～</a:t>
            </a:r>
            <a:r>
              <a:rPr lang="en-US" altLang="ja-JP" sz="1200" dirty="0"/>
              <a:t>D</a:t>
            </a:r>
            <a:r>
              <a:rPr lang="ja-JP" altLang="en-US" sz="1200" dirty="0"/>
              <a:t>の全てが当てはまる場合は、</a:t>
            </a:r>
            <a:r>
              <a:rPr lang="en-US" altLang="ja-JP" sz="1200" dirty="0"/>
              <a:t>E</a:t>
            </a:r>
            <a:r>
              <a:rPr lang="ja-JP" altLang="en-US" sz="1200" dirty="0"/>
              <a:t>を選択してください。 </a:t>
            </a:r>
            <a:endParaRPr lang="en-US" altLang="ja-JP" sz="1200" dirty="0"/>
          </a:p>
          <a:p>
            <a:pPr lvl="0" defTabSz="914400">
              <a:defRPr/>
            </a:pPr>
            <a:endParaRPr lang="en-US" altLang="ja-JP" sz="1200" dirty="0"/>
          </a:p>
          <a:p>
            <a:pPr marL="228600" lvl="0" indent="-228600" defTabSz="914400">
              <a:buAutoNum type="alphaUcPeriod"/>
              <a:defRPr/>
            </a:pPr>
            <a:r>
              <a:rPr lang="en-US" altLang="ja-JP" sz="1200" dirty="0"/>
              <a:t>5</a:t>
            </a:r>
            <a:r>
              <a:rPr lang="ja-JP" altLang="en-US" sz="1200" dirty="0"/>
              <a:t>年に</a:t>
            </a:r>
            <a:r>
              <a:rPr lang="en-US" altLang="ja-JP" sz="1200" dirty="0"/>
              <a:t>1</a:t>
            </a:r>
            <a:r>
              <a:rPr lang="ja-JP" altLang="en-US" sz="1200" dirty="0"/>
              <a:t>回程度の統計調査であるため、 学校教員統計調査等と時点を合わせて分析することが難しい </a:t>
            </a:r>
            <a:endParaRPr lang="en-US" altLang="ja-JP" sz="1200" dirty="0"/>
          </a:p>
          <a:p>
            <a:pPr lvl="0" defTabSz="914400">
              <a:defRPr/>
            </a:pPr>
            <a:r>
              <a:rPr lang="en-US" altLang="ja-JP" sz="1200" dirty="0"/>
              <a:t>B. </a:t>
            </a:r>
            <a:r>
              <a:rPr lang="ja-JP" altLang="en-US" sz="1200" dirty="0"/>
              <a:t>悉皆調査ではなく、学問分野ごとに抽出率を設定し、実施されているため、 仮に大学別に細かく分析しようと思っても、</a:t>
            </a:r>
            <a:endParaRPr lang="en-US" altLang="ja-JP" sz="1200" dirty="0"/>
          </a:p>
          <a:p>
            <a:pPr lvl="0" defTabSz="914400">
              <a:defRPr/>
            </a:pPr>
            <a:r>
              <a:rPr lang="en-US" altLang="ja-JP" sz="1200" dirty="0"/>
              <a:t>    </a:t>
            </a:r>
            <a:r>
              <a:rPr lang="ja-JP" altLang="en-US" sz="1200" dirty="0"/>
              <a:t>その集計値が各大学の真の値を表しているという保証がない </a:t>
            </a:r>
            <a:endParaRPr lang="en-US" altLang="ja-JP" sz="1200" dirty="0"/>
          </a:p>
          <a:p>
            <a:pPr lvl="0" defTabSz="914400">
              <a:defRPr/>
            </a:pPr>
            <a:r>
              <a:rPr lang="en-US" altLang="ja-JP" sz="1200" dirty="0"/>
              <a:t>C. </a:t>
            </a:r>
            <a:r>
              <a:rPr lang="ja-JP" altLang="en-US" sz="1200" dirty="0"/>
              <a:t>外部研究資金の申請のための時間が研究時間に含まれており、申請書を除いた、論文執筆や実験、</a:t>
            </a:r>
            <a:endParaRPr lang="en-US" altLang="ja-JP" sz="1200" dirty="0"/>
          </a:p>
          <a:p>
            <a:pPr lvl="0" defTabSz="914400">
              <a:defRPr/>
            </a:pPr>
            <a:r>
              <a:rPr lang="en-US" altLang="ja-JP" sz="1200" dirty="0"/>
              <a:t>    </a:t>
            </a:r>
            <a:r>
              <a:rPr lang="ja-JP" altLang="en-US" sz="1200" dirty="0"/>
              <a:t>分析に関する研究時間についての議論ができない。 </a:t>
            </a:r>
            <a:endParaRPr lang="en-US" altLang="ja-JP" sz="1200" dirty="0"/>
          </a:p>
          <a:p>
            <a:pPr lvl="0" defTabSz="914400">
              <a:defRPr/>
            </a:pPr>
            <a:r>
              <a:rPr lang="en-US" altLang="ja-JP" sz="1200" dirty="0"/>
              <a:t>D. </a:t>
            </a:r>
            <a:r>
              <a:rPr lang="ja-JP" altLang="en-US" sz="1200" dirty="0"/>
              <a:t>個人情報を取得せず、科学技術研究調査での大学事務局所有の名簿の番号に基づいて系統抽出し、調査対象を決定しているので、  </a:t>
            </a:r>
            <a:endParaRPr lang="en-US" altLang="ja-JP" sz="1200" dirty="0"/>
          </a:p>
          <a:p>
            <a:pPr lvl="0" defTabSz="914400">
              <a:defRPr/>
            </a:pPr>
            <a:r>
              <a:rPr lang="en-US" altLang="ja-JP" sz="1200" dirty="0"/>
              <a:t>    </a:t>
            </a:r>
            <a:r>
              <a:rPr lang="ja-JP" altLang="en-US" sz="1200" dirty="0"/>
              <a:t>他の研究者個人レベルでのローデータと突合して分析することができない。 </a:t>
            </a:r>
            <a:endParaRPr lang="en-US" altLang="ja-JP" sz="1200" dirty="0"/>
          </a:p>
          <a:p>
            <a:pPr lvl="0" defTabSz="914400">
              <a:defRPr/>
            </a:pPr>
            <a:r>
              <a:rPr lang="en-US" altLang="ja-JP" sz="1200" dirty="0"/>
              <a:t>E. A~D</a:t>
            </a:r>
            <a:r>
              <a:rPr lang="ja-JP" altLang="en-US" sz="1200" dirty="0"/>
              <a:t>の全てが当てはまる </a:t>
            </a:r>
            <a:endParaRPr lang="en-US" altLang="ja-JP" sz="1200" dirty="0"/>
          </a:p>
          <a:p>
            <a:pPr lvl="0" defTabSz="914400">
              <a:defRPr/>
            </a:pPr>
            <a:endParaRPr lang="en-US" altLang="ja-JP" sz="1200" dirty="0"/>
          </a:p>
          <a:p>
            <a:pPr lvl="0" defTabSz="914400">
              <a:defRPr/>
            </a:pPr>
            <a:r>
              <a:rPr lang="ja-JP" altLang="en-US" sz="1200" dirty="0"/>
              <a:t>回答は</a:t>
            </a:r>
            <a:r>
              <a:rPr lang="en-US" altLang="ja-JP" sz="1200" dirty="0"/>
              <a:t>A, B, C, D, E</a:t>
            </a:r>
            <a:r>
              <a:rPr lang="ja-JP" altLang="en-US" sz="1200" dirty="0"/>
              <a:t>のうちアルファベット</a:t>
            </a:r>
            <a:r>
              <a:rPr lang="en-US" altLang="ja-JP" sz="1200" dirty="0"/>
              <a:t>1</a:t>
            </a:r>
            <a:r>
              <a:rPr lang="ja-JP" altLang="en-US" sz="1200" dirty="0"/>
              <a:t>文字のみでお願いします。</a:t>
            </a:r>
            <a:endParaRPr kumimoji="1" lang="ja-JP" altLang="en-US" sz="700" b="0" i="0" u="none" strike="noStrike" kern="0" cap="none" spc="0" normalizeH="0" baseline="0" noProof="0" dirty="0">
              <a:ln>
                <a:noFill/>
              </a:ln>
              <a:solidFill>
                <a:prstClr val="black"/>
              </a:solidFill>
              <a:effectLst/>
              <a:uLnTx/>
              <a:uFillTx/>
            </a:endParaRPr>
          </a:p>
        </p:txBody>
      </p:sp>
      <p:sp>
        <p:nvSpPr>
          <p:cNvPr id="13" name="矢印: 五方向 12">
            <a:extLst>
              <a:ext uri="{FF2B5EF4-FFF2-40B4-BE49-F238E27FC236}">
                <a16:creationId xmlns:a16="http://schemas.microsoft.com/office/drawing/2014/main" id="{40C6D4FC-B48F-AC60-D04C-9DDE09150608}"/>
              </a:ext>
            </a:extLst>
          </p:cNvPr>
          <p:cNvSpPr/>
          <p:nvPr/>
        </p:nvSpPr>
        <p:spPr>
          <a:xfrm>
            <a:off x="84762" y="4065806"/>
            <a:ext cx="3701235" cy="232863"/>
          </a:xfrm>
          <a:prstGeom prst="homePlate">
            <a:avLst/>
          </a:prstGeom>
          <a:solidFill>
            <a:srgbClr val="0F9ED5"/>
          </a:solidFill>
          <a:ln w="19050" cap="flat" cmpd="sng" algn="ctr">
            <a:solidFill>
              <a:srgbClr val="156082">
                <a:shade val="15000"/>
              </a:srgbClr>
            </a:solidFill>
            <a:prstDash val="solid"/>
            <a:miter lim="800000"/>
          </a:ln>
          <a:effectLst/>
        </p:spPr>
        <p:txBody>
          <a:bodyPr rtlCol="0" anchor="ctr"/>
          <a:lstStyle/>
          <a:p>
            <a:pPr lvl="0" algn="ctr" defTabSz="914400">
              <a:defRPr/>
            </a:pPr>
            <a:r>
              <a:rPr kumimoji="1" lang="ja-JP" altLang="en-US" sz="1600" b="1" kern="0" dirty="0">
                <a:solidFill>
                  <a:prstClr val="white"/>
                </a:solidFill>
                <a:ea typeface="游ゴシック" panose="020B0400000000000000" pitchFamily="50" charset="-128"/>
              </a:rPr>
              <a:t>問題例</a:t>
            </a:r>
            <a:r>
              <a:rPr kumimoji="1" lang="en-US" altLang="ja-JP" sz="1600" b="1" kern="0" dirty="0">
                <a:solidFill>
                  <a:prstClr val="white"/>
                </a:solidFill>
                <a:ea typeface="游ゴシック" panose="020B0400000000000000" pitchFamily="50" charset="-128"/>
              </a:rPr>
              <a:t>4</a:t>
            </a:r>
            <a:r>
              <a:rPr kumimoji="1" lang="ja-JP" altLang="en-US" sz="1600" b="1" kern="0" dirty="0">
                <a:solidFill>
                  <a:prstClr val="white"/>
                </a:solidFill>
                <a:ea typeface="游ゴシック" panose="020B0400000000000000" pitchFamily="50" charset="-128"/>
              </a:rPr>
              <a:t> </a:t>
            </a:r>
            <a:r>
              <a:rPr kumimoji="1" lang="ja-JP" altLang="en-US" sz="1200" b="1" kern="0" dirty="0">
                <a:solidFill>
                  <a:prstClr val="white"/>
                </a:solidFill>
                <a:ea typeface="游ゴシック" panose="020B0400000000000000" pitchFamily="50" charset="-128"/>
              </a:rPr>
              <a:t>（識別力</a:t>
            </a:r>
            <a:r>
              <a:rPr kumimoji="1" lang="en-US" altLang="ja-JP" sz="1200" b="1" kern="0" dirty="0">
                <a:solidFill>
                  <a:prstClr val="white"/>
                </a:solidFill>
                <a:ea typeface="游ゴシック" panose="020B0400000000000000" pitchFamily="50" charset="-128"/>
              </a:rPr>
              <a:t>0.354, </a:t>
            </a:r>
            <a:r>
              <a:rPr kumimoji="1" lang="ja-JP" altLang="en-US" sz="1200" b="1" kern="0" dirty="0">
                <a:solidFill>
                  <a:prstClr val="white"/>
                </a:solidFill>
                <a:ea typeface="游ゴシック" panose="020B0400000000000000" pitchFamily="50" charset="-128"/>
              </a:rPr>
              <a:t>困難度</a:t>
            </a:r>
            <a:r>
              <a:rPr kumimoji="1" lang="en-US" altLang="ja-JP" sz="1200" b="1" kern="0" dirty="0">
                <a:solidFill>
                  <a:prstClr val="white"/>
                </a:solidFill>
                <a:ea typeface="游ゴシック" panose="020B0400000000000000" pitchFamily="50" charset="-128"/>
              </a:rPr>
              <a:t>1.355</a:t>
            </a:r>
            <a:r>
              <a:rPr kumimoji="1" lang="ja-JP" altLang="en-US" sz="1200" b="1" kern="0" dirty="0">
                <a:solidFill>
                  <a:prstClr val="white"/>
                </a:solidFill>
                <a:ea typeface="游ゴシック" panose="020B0400000000000000" pitchFamily="50" charset="-128"/>
              </a:rPr>
              <a:t>）</a:t>
            </a:r>
            <a:endParaRPr kumimoji="1" lang="ja-JP" altLang="en-US" sz="3200" b="1" kern="0" dirty="0">
              <a:solidFill>
                <a:prstClr val="white"/>
              </a:solidFill>
              <a:ea typeface="游ゴシック" panose="020B0400000000000000" pitchFamily="50" charset="-128"/>
            </a:endParaRPr>
          </a:p>
        </p:txBody>
      </p:sp>
      <p:sp>
        <p:nvSpPr>
          <p:cNvPr id="17" name="テキスト ボックス 16">
            <a:extLst>
              <a:ext uri="{FF2B5EF4-FFF2-40B4-BE49-F238E27FC236}">
                <a16:creationId xmlns:a16="http://schemas.microsoft.com/office/drawing/2014/main" id="{13DF7B44-2385-E235-FDBF-78CFD05669B8}"/>
              </a:ext>
            </a:extLst>
          </p:cNvPr>
          <p:cNvSpPr txBox="1"/>
          <p:nvPr/>
        </p:nvSpPr>
        <p:spPr>
          <a:xfrm>
            <a:off x="84762" y="1810780"/>
            <a:ext cx="8612671" cy="1938992"/>
          </a:xfrm>
          <a:prstGeom prst="rect">
            <a:avLst/>
          </a:prstGeom>
          <a:solidFill>
            <a:srgbClr val="0E2841">
              <a:lumMod val="10000"/>
              <a:lumOff val="90000"/>
            </a:srgbClr>
          </a:solidFill>
          <a:ln w="19050">
            <a:solidFill>
              <a:sysClr val="windowText" lastClr="000000"/>
            </a:solidFill>
          </a:ln>
        </p:spPr>
        <p:txBody>
          <a:bodyPr wrap="square" rtlCol="0">
            <a:spAutoFit/>
          </a:bodyPr>
          <a:lstStyle/>
          <a:p>
            <a:pPr lvl="0" defTabSz="914400">
              <a:defRPr/>
            </a:pPr>
            <a:r>
              <a:rPr kumimoji="1" lang="ja-JP" altLang="en-US" sz="1200" kern="0" dirty="0">
                <a:solidFill>
                  <a:prstClr val="black"/>
                </a:solidFill>
              </a:rPr>
              <a:t>特別研究員</a:t>
            </a:r>
            <a:r>
              <a:rPr kumimoji="1" lang="en-US" altLang="ja-JP" sz="1200" kern="0" dirty="0">
                <a:solidFill>
                  <a:prstClr val="black"/>
                </a:solidFill>
              </a:rPr>
              <a:t>(DC)</a:t>
            </a:r>
            <a:r>
              <a:rPr kumimoji="1" lang="ja-JP" altLang="en-US" sz="1200" kern="0" dirty="0">
                <a:solidFill>
                  <a:prstClr val="black"/>
                </a:solidFill>
              </a:rPr>
              <a:t>で、月額</a:t>
            </a:r>
            <a:r>
              <a:rPr kumimoji="1" lang="en-US" altLang="ja-JP" sz="1200" kern="0" dirty="0">
                <a:solidFill>
                  <a:prstClr val="black"/>
                </a:solidFill>
              </a:rPr>
              <a:t>20</a:t>
            </a:r>
            <a:r>
              <a:rPr kumimoji="1" lang="ja-JP" altLang="en-US" sz="1200" kern="0" dirty="0">
                <a:solidFill>
                  <a:prstClr val="black"/>
                </a:solidFill>
              </a:rPr>
              <a:t>万円以上の生活費を制度上得られる方法として、正しいものはどれですか。当てはまるものを一つ選んでください。</a:t>
            </a:r>
            <a:r>
              <a:rPr kumimoji="1" lang="en-US" altLang="ja-JP" sz="1200" kern="0" dirty="0">
                <a:solidFill>
                  <a:prstClr val="black"/>
                </a:solidFill>
              </a:rPr>
              <a:t>A</a:t>
            </a:r>
            <a:r>
              <a:rPr kumimoji="1" lang="ja-JP" altLang="en-US" sz="1200" kern="0" dirty="0">
                <a:solidFill>
                  <a:prstClr val="black"/>
                </a:solidFill>
              </a:rPr>
              <a:t>～</a:t>
            </a:r>
            <a:r>
              <a:rPr kumimoji="1" lang="en-US" altLang="ja-JP" sz="1200" kern="0" dirty="0">
                <a:solidFill>
                  <a:prstClr val="black"/>
                </a:solidFill>
              </a:rPr>
              <a:t>D</a:t>
            </a:r>
            <a:r>
              <a:rPr kumimoji="1" lang="ja-JP" altLang="en-US" sz="1200" kern="0" dirty="0">
                <a:solidFill>
                  <a:prstClr val="black"/>
                </a:solidFill>
              </a:rPr>
              <a:t>の全てが当てはまる場合は、</a:t>
            </a:r>
            <a:r>
              <a:rPr kumimoji="1" lang="en-US" altLang="ja-JP" sz="1200" kern="0" dirty="0">
                <a:solidFill>
                  <a:prstClr val="black"/>
                </a:solidFill>
              </a:rPr>
              <a:t>E</a:t>
            </a:r>
            <a:r>
              <a:rPr kumimoji="1" lang="ja-JP" altLang="en-US" sz="1200" kern="0" dirty="0">
                <a:solidFill>
                  <a:prstClr val="black"/>
                </a:solidFill>
              </a:rPr>
              <a:t>を選択してください。</a:t>
            </a:r>
            <a:endParaRPr kumimoji="1" lang="en-US" altLang="ja-JP" sz="1200" kern="0" dirty="0">
              <a:solidFill>
                <a:prstClr val="black"/>
              </a:solidFill>
            </a:endParaRPr>
          </a:p>
          <a:p>
            <a:pPr lvl="0" defTabSz="914400">
              <a:defRPr/>
            </a:pPr>
            <a:endParaRPr kumimoji="1" lang="ja-JP" altLang="en-US" sz="1200" kern="0" dirty="0">
              <a:solidFill>
                <a:prstClr val="black"/>
              </a:solidFill>
            </a:endParaRPr>
          </a:p>
          <a:p>
            <a:pPr lvl="0" defTabSz="914400">
              <a:defRPr/>
            </a:pPr>
            <a:r>
              <a:rPr kumimoji="1" lang="en-US" altLang="ja-JP" sz="1200" kern="0" dirty="0">
                <a:solidFill>
                  <a:prstClr val="black"/>
                </a:solidFill>
              </a:rPr>
              <a:t>A. </a:t>
            </a:r>
            <a:r>
              <a:rPr kumimoji="1" lang="ja-JP" altLang="en-US" sz="1200" kern="0" dirty="0">
                <a:solidFill>
                  <a:prstClr val="black"/>
                </a:solidFill>
              </a:rPr>
              <a:t>研究専念義務を順守しながら、</a:t>
            </a:r>
            <a:r>
              <a:rPr kumimoji="1" lang="en-US" altLang="ja-JP" sz="1200" kern="0" dirty="0">
                <a:solidFill>
                  <a:prstClr val="black"/>
                </a:solidFill>
              </a:rPr>
              <a:t>RA</a:t>
            </a:r>
            <a:r>
              <a:rPr kumimoji="1" lang="ja-JP" altLang="en-US" sz="1200" kern="0" dirty="0">
                <a:solidFill>
                  <a:prstClr val="black"/>
                </a:solidFill>
              </a:rPr>
              <a:t>に従事する。</a:t>
            </a:r>
          </a:p>
          <a:p>
            <a:pPr lvl="0" defTabSz="914400">
              <a:defRPr/>
            </a:pPr>
            <a:r>
              <a:rPr kumimoji="1" lang="en-US" altLang="ja-JP" sz="1200" kern="0" dirty="0">
                <a:solidFill>
                  <a:prstClr val="black"/>
                </a:solidFill>
              </a:rPr>
              <a:t>B. </a:t>
            </a:r>
            <a:r>
              <a:rPr kumimoji="1" lang="ja-JP" altLang="en-US" sz="1200" kern="0" dirty="0">
                <a:solidFill>
                  <a:prstClr val="black"/>
                </a:solidFill>
              </a:rPr>
              <a:t>週</a:t>
            </a:r>
            <a:r>
              <a:rPr kumimoji="1" lang="en-US" altLang="ja-JP" sz="1200" kern="0" dirty="0">
                <a:solidFill>
                  <a:prstClr val="black"/>
                </a:solidFill>
              </a:rPr>
              <a:t>1</a:t>
            </a:r>
            <a:r>
              <a:rPr kumimoji="1" lang="ja-JP" altLang="en-US" sz="1200" kern="0" dirty="0">
                <a:solidFill>
                  <a:prstClr val="black"/>
                </a:solidFill>
              </a:rPr>
              <a:t>回</a:t>
            </a:r>
            <a:r>
              <a:rPr kumimoji="1" lang="en-US" altLang="ja-JP" sz="1200" kern="0" dirty="0">
                <a:solidFill>
                  <a:prstClr val="black"/>
                </a:solidFill>
              </a:rPr>
              <a:t>2</a:t>
            </a:r>
            <a:r>
              <a:rPr kumimoji="1" lang="ja-JP" altLang="en-US" sz="1200" kern="0" dirty="0">
                <a:solidFill>
                  <a:prstClr val="black"/>
                </a:solidFill>
              </a:rPr>
              <a:t>時間程度の</a:t>
            </a:r>
            <a:r>
              <a:rPr kumimoji="1" lang="en-US" altLang="ja-JP" sz="1200" kern="0" dirty="0">
                <a:solidFill>
                  <a:prstClr val="black"/>
                </a:solidFill>
              </a:rPr>
              <a:t>TA</a:t>
            </a:r>
            <a:r>
              <a:rPr kumimoji="1" lang="ja-JP" altLang="en-US" sz="1200" kern="0" dirty="0">
                <a:solidFill>
                  <a:prstClr val="black"/>
                </a:solidFill>
              </a:rPr>
              <a:t>に従事する。</a:t>
            </a:r>
          </a:p>
          <a:p>
            <a:pPr lvl="0" defTabSz="914400">
              <a:defRPr/>
            </a:pPr>
            <a:r>
              <a:rPr kumimoji="1" lang="en-US" altLang="ja-JP" sz="1200" kern="0" dirty="0">
                <a:solidFill>
                  <a:prstClr val="black"/>
                </a:solidFill>
              </a:rPr>
              <a:t>C. </a:t>
            </a:r>
            <a:r>
              <a:rPr kumimoji="1" lang="ja-JP" altLang="en-US" sz="1200" kern="0" dirty="0">
                <a:solidFill>
                  <a:prstClr val="black"/>
                </a:solidFill>
              </a:rPr>
              <a:t>研究に努め、採用最終年度のタイミングで成績優秀者に選ばれ、特別手当の追加支給を得る。</a:t>
            </a:r>
          </a:p>
          <a:p>
            <a:pPr lvl="0" defTabSz="914400">
              <a:defRPr/>
            </a:pPr>
            <a:r>
              <a:rPr kumimoji="1" lang="en-US" altLang="ja-JP" sz="1200" kern="0" dirty="0">
                <a:solidFill>
                  <a:prstClr val="black"/>
                </a:solidFill>
              </a:rPr>
              <a:t>D. </a:t>
            </a:r>
            <a:r>
              <a:rPr kumimoji="1" lang="ja-JP" altLang="en-US" sz="1200" kern="0" dirty="0">
                <a:solidFill>
                  <a:prstClr val="black"/>
                </a:solidFill>
              </a:rPr>
              <a:t>社会通念上、常勤職と見なされない範囲でのアルバイトを行う。</a:t>
            </a:r>
          </a:p>
          <a:p>
            <a:pPr lvl="0" defTabSz="914400">
              <a:defRPr/>
            </a:pPr>
            <a:r>
              <a:rPr kumimoji="1" lang="en-US" altLang="ja-JP" sz="1200" kern="0" dirty="0">
                <a:solidFill>
                  <a:prstClr val="black"/>
                </a:solidFill>
              </a:rPr>
              <a:t>E. A~D</a:t>
            </a:r>
            <a:r>
              <a:rPr kumimoji="1" lang="ja-JP" altLang="en-US" sz="1200" kern="0" dirty="0">
                <a:solidFill>
                  <a:prstClr val="black"/>
                </a:solidFill>
              </a:rPr>
              <a:t>の全てが当てはまる</a:t>
            </a:r>
            <a:endParaRPr kumimoji="1" lang="en-US" altLang="ja-JP" sz="1200" kern="0" dirty="0">
              <a:solidFill>
                <a:prstClr val="black"/>
              </a:solidFill>
            </a:endParaRPr>
          </a:p>
          <a:p>
            <a:pPr lvl="0" defTabSz="914400">
              <a:defRPr/>
            </a:pPr>
            <a:endParaRPr kumimoji="1" lang="ja-JP" altLang="en-US" sz="1200" kern="0" dirty="0">
              <a:solidFill>
                <a:prstClr val="black"/>
              </a:solidFill>
            </a:endParaRPr>
          </a:p>
          <a:p>
            <a:pPr lvl="0" defTabSz="914400">
              <a:defRPr/>
            </a:pPr>
            <a:r>
              <a:rPr kumimoji="1" lang="ja-JP" altLang="en-US" sz="1200" kern="0" dirty="0">
                <a:solidFill>
                  <a:prstClr val="black"/>
                </a:solidFill>
              </a:rPr>
              <a:t>回答は</a:t>
            </a:r>
            <a:r>
              <a:rPr kumimoji="1" lang="en-US" altLang="ja-JP" sz="1200" kern="0" dirty="0">
                <a:solidFill>
                  <a:prstClr val="black"/>
                </a:solidFill>
              </a:rPr>
              <a:t>A, B, C, D, E</a:t>
            </a:r>
            <a:r>
              <a:rPr kumimoji="1" lang="ja-JP" altLang="en-US" sz="1200" kern="0" dirty="0">
                <a:solidFill>
                  <a:prstClr val="black"/>
                </a:solidFill>
              </a:rPr>
              <a:t>のうちアルファベット</a:t>
            </a:r>
            <a:r>
              <a:rPr kumimoji="1" lang="en-US" altLang="ja-JP" sz="1200" kern="0" dirty="0">
                <a:solidFill>
                  <a:prstClr val="black"/>
                </a:solidFill>
              </a:rPr>
              <a:t>1</a:t>
            </a:r>
            <a:r>
              <a:rPr kumimoji="1" lang="ja-JP" altLang="en-US" sz="1200" kern="0" dirty="0">
                <a:solidFill>
                  <a:prstClr val="black"/>
                </a:solidFill>
              </a:rPr>
              <a:t>文字のみでお願いします。</a:t>
            </a:r>
            <a:endParaRPr kumimoji="1" lang="en-US" altLang="ja-JP" sz="1400" kern="0" dirty="0">
              <a:solidFill>
                <a:prstClr val="black"/>
              </a:solidFill>
            </a:endParaRPr>
          </a:p>
        </p:txBody>
      </p:sp>
      <p:sp>
        <p:nvSpPr>
          <p:cNvPr id="18" name="矢印: 五方向 17">
            <a:extLst>
              <a:ext uri="{FF2B5EF4-FFF2-40B4-BE49-F238E27FC236}">
                <a16:creationId xmlns:a16="http://schemas.microsoft.com/office/drawing/2014/main" id="{6E0D79A8-E1E3-E1E1-722B-39AB6D9F49D8}"/>
              </a:ext>
            </a:extLst>
          </p:cNvPr>
          <p:cNvSpPr/>
          <p:nvPr/>
        </p:nvSpPr>
        <p:spPr>
          <a:xfrm>
            <a:off x="84762" y="1577917"/>
            <a:ext cx="3701235" cy="232863"/>
          </a:xfrm>
          <a:prstGeom prst="homePlate">
            <a:avLst/>
          </a:prstGeom>
          <a:solidFill>
            <a:srgbClr val="0F9ED5"/>
          </a:solidFill>
          <a:ln w="19050" cap="flat" cmpd="sng" algn="ctr">
            <a:solidFill>
              <a:srgbClr val="156082">
                <a:shade val="15000"/>
              </a:srgbClr>
            </a:solidFill>
            <a:prstDash val="solid"/>
            <a:miter lim="800000"/>
          </a:ln>
          <a:effectLst/>
        </p:spPr>
        <p:txBody>
          <a:bodyPr rtlCol="0" anchor="ctr"/>
          <a:lstStyle/>
          <a:p>
            <a:pPr lvl="0" algn="ctr" defTabSz="914400">
              <a:defRPr/>
            </a:pPr>
            <a:r>
              <a:rPr kumimoji="1" lang="ja-JP" altLang="en-US" sz="1600" b="1" kern="0" dirty="0">
                <a:solidFill>
                  <a:prstClr val="white"/>
                </a:solidFill>
                <a:latin typeface="+mj-lt"/>
                <a:ea typeface="游ゴシック" panose="020B0400000000000000" pitchFamily="50" charset="-128"/>
              </a:rPr>
              <a:t>問題例</a:t>
            </a:r>
            <a:r>
              <a:rPr kumimoji="1" lang="en-US" altLang="ja-JP" sz="1600" b="1" kern="0" dirty="0">
                <a:solidFill>
                  <a:prstClr val="white"/>
                </a:solidFill>
                <a:latin typeface="+mj-lt"/>
                <a:ea typeface="游ゴシック" panose="020B0400000000000000" pitchFamily="50" charset="-128"/>
              </a:rPr>
              <a:t>3</a:t>
            </a:r>
            <a:r>
              <a:rPr kumimoji="1" lang="ja-JP" altLang="en-US" sz="1600" b="1" kern="0" dirty="0">
                <a:solidFill>
                  <a:prstClr val="white"/>
                </a:solidFill>
                <a:latin typeface="+mj-lt"/>
                <a:ea typeface="游ゴシック" panose="020B0400000000000000" pitchFamily="50" charset="-128"/>
              </a:rPr>
              <a:t> </a:t>
            </a:r>
            <a:r>
              <a:rPr kumimoji="1" lang="ja-JP" altLang="en-US" sz="1200" b="1" kern="0" dirty="0">
                <a:solidFill>
                  <a:prstClr val="white"/>
                </a:solidFill>
                <a:latin typeface="+mj-lt"/>
                <a:ea typeface="游ゴシック" panose="020B0400000000000000" pitchFamily="50" charset="-128"/>
              </a:rPr>
              <a:t>（識別力</a:t>
            </a:r>
            <a:r>
              <a:rPr kumimoji="1" lang="en-US" altLang="ja-JP" sz="1200" b="1" kern="0" dirty="0">
                <a:solidFill>
                  <a:prstClr val="white"/>
                </a:solidFill>
                <a:latin typeface="+mj-lt"/>
                <a:ea typeface="游ゴシック" panose="020B0400000000000000" pitchFamily="50" charset="-128"/>
              </a:rPr>
              <a:t>0.713, </a:t>
            </a:r>
            <a:r>
              <a:rPr kumimoji="1" lang="ja-JP" altLang="en-US" sz="1200" b="1" kern="0" dirty="0">
                <a:solidFill>
                  <a:prstClr val="white"/>
                </a:solidFill>
                <a:latin typeface="+mj-lt"/>
                <a:ea typeface="游ゴシック" panose="020B0400000000000000" pitchFamily="50" charset="-128"/>
              </a:rPr>
              <a:t>困難度</a:t>
            </a:r>
            <a:r>
              <a:rPr kumimoji="1" lang="en-US" altLang="ja-JP" sz="1200" b="1" kern="0" dirty="0">
                <a:solidFill>
                  <a:prstClr val="white"/>
                </a:solidFill>
                <a:latin typeface="+mj-lt"/>
                <a:ea typeface="游ゴシック" panose="020B0400000000000000" pitchFamily="50" charset="-128"/>
              </a:rPr>
              <a:t>-0.891</a:t>
            </a:r>
            <a:r>
              <a:rPr kumimoji="1" lang="ja-JP" altLang="en-US" sz="1200" b="1" kern="0" dirty="0">
                <a:solidFill>
                  <a:prstClr val="white"/>
                </a:solidFill>
                <a:latin typeface="+mj-lt"/>
                <a:ea typeface="游ゴシック" panose="020B0400000000000000" pitchFamily="50" charset="-128"/>
              </a:rPr>
              <a:t>）</a:t>
            </a:r>
            <a:endParaRPr kumimoji="1" lang="ja-JP" altLang="en-US" sz="2400" b="1" kern="0" dirty="0">
              <a:solidFill>
                <a:prstClr val="white"/>
              </a:solidFill>
              <a:latin typeface="+mj-lt"/>
              <a:ea typeface="游ゴシック" panose="020B0400000000000000" pitchFamily="50" charset="-128"/>
            </a:endParaRPr>
          </a:p>
        </p:txBody>
      </p:sp>
      <p:sp>
        <p:nvSpPr>
          <p:cNvPr id="19" name="テキスト ボックス 18">
            <a:extLst>
              <a:ext uri="{FF2B5EF4-FFF2-40B4-BE49-F238E27FC236}">
                <a16:creationId xmlns:a16="http://schemas.microsoft.com/office/drawing/2014/main" id="{846C17CD-2AD7-9E60-8A98-7BEF3CC8BFF4}"/>
              </a:ext>
            </a:extLst>
          </p:cNvPr>
          <p:cNvSpPr txBox="1"/>
          <p:nvPr/>
        </p:nvSpPr>
        <p:spPr>
          <a:xfrm>
            <a:off x="32301" y="1270140"/>
            <a:ext cx="4635391" cy="307777"/>
          </a:xfrm>
          <a:prstGeom prst="rect">
            <a:avLst/>
          </a:prstGeom>
          <a:noFill/>
        </p:spPr>
        <p:txBody>
          <a:bodyPr wrap="square" rtlCol="0">
            <a:spAutoFit/>
          </a:bodyPr>
          <a:lstStyle/>
          <a:p>
            <a:r>
              <a:rPr kumimoji="1" lang="en-US" altLang="ja-JP" sz="1400" b="1" dirty="0">
                <a:latin typeface="Meiryo UI" panose="020B0604030504040204" pitchFamily="50" charset="-128"/>
                <a:ea typeface="Meiryo UI" panose="020B0604030504040204" pitchFamily="50" charset="-128"/>
              </a:rPr>
              <a:t>【</a:t>
            </a:r>
            <a:r>
              <a:rPr kumimoji="1" lang="ja-JP" altLang="en-US" sz="1400" b="1" dirty="0">
                <a:latin typeface="Meiryo UI" panose="020B0604030504040204" pitchFamily="50" charset="-128"/>
                <a:ea typeface="Meiryo UI" panose="020B0604030504040204" pitchFamily="50" charset="-128"/>
              </a:rPr>
              <a:t>ほどほどに測定力があることが示唆された問題①（易）</a:t>
            </a:r>
            <a:r>
              <a:rPr kumimoji="1" lang="en-US" altLang="ja-JP" sz="1400" b="1" dirty="0">
                <a:latin typeface="Meiryo UI" panose="020B0604030504040204" pitchFamily="50" charset="-128"/>
                <a:ea typeface="Meiryo UI" panose="020B0604030504040204" pitchFamily="50" charset="-128"/>
              </a:rPr>
              <a:t>】</a:t>
            </a:r>
          </a:p>
        </p:txBody>
      </p:sp>
      <p:sp>
        <p:nvSpPr>
          <p:cNvPr id="7" name="テキスト ボックス 6">
            <a:extLst>
              <a:ext uri="{FF2B5EF4-FFF2-40B4-BE49-F238E27FC236}">
                <a16:creationId xmlns:a16="http://schemas.microsoft.com/office/drawing/2014/main" id="{7197F1D8-E7B9-0B72-3BB3-EE52C1163D55}"/>
              </a:ext>
            </a:extLst>
          </p:cNvPr>
          <p:cNvSpPr txBox="1"/>
          <p:nvPr/>
        </p:nvSpPr>
        <p:spPr>
          <a:xfrm>
            <a:off x="0" y="3758029"/>
            <a:ext cx="4635391" cy="307777"/>
          </a:xfrm>
          <a:prstGeom prst="rect">
            <a:avLst/>
          </a:prstGeom>
          <a:noFill/>
        </p:spPr>
        <p:txBody>
          <a:bodyPr wrap="square" rtlCol="0">
            <a:spAutoFit/>
          </a:bodyPr>
          <a:lstStyle/>
          <a:p>
            <a:r>
              <a:rPr kumimoji="1" lang="en-US" altLang="ja-JP" sz="1400" b="1" dirty="0">
                <a:latin typeface="Meiryo UI" panose="020B0604030504040204" pitchFamily="50" charset="-128"/>
                <a:ea typeface="Meiryo UI" panose="020B0604030504040204" pitchFamily="50" charset="-128"/>
              </a:rPr>
              <a:t>【</a:t>
            </a:r>
            <a:r>
              <a:rPr kumimoji="1" lang="ja-JP" altLang="en-US" sz="1400" b="1" dirty="0">
                <a:latin typeface="Meiryo UI" panose="020B0604030504040204" pitchFamily="50" charset="-128"/>
                <a:ea typeface="Meiryo UI" panose="020B0604030504040204" pitchFamily="50" charset="-128"/>
              </a:rPr>
              <a:t>ほどほどに測定力があることが示唆された問題②（難）</a:t>
            </a:r>
            <a:r>
              <a:rPr kumimoji="1" lang="en-US" altLang="ja-JP" sz="1400" b="1" dirty="0">
                <a:latin typeface="Meiryo UI" panose="020B0604030504040204" pitchFamily="50" charset="-128"/>
                <a:ea typeface="Meiryo UI" panose="020B0604030504040204" pitchFamily="50" charset="-128"/>
              </a:rPr>
              <a:t>】</a:t>
            </a:r>
          </a:p>
        </p:txBody>
      </p:sp>
    </p:spTree>
    <p:extLst>
      <p:ext uri="{BB962C8B-B14F-4D97-AF65-F5344CB8AC3E}">
        <p14:creationId xmlns:p14="http://schemas.microsoft.com/office/powerpoint/2010/main" val="1393149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44A5D6-E271-428E-8245-370E86F17F83}"/>
              </a:ext>
            </a:extLst>
          </p:cNvPr>
          <p:cNvSpPr>
            <a:spLocks noGrp="1"/>
          </p:cNvSpPr>
          <p:nvPr>
            <p:ph type="title"/>
          </p:nvPr>
        </p:nvSpPr>
        <p:spPr/>
        <p:txBody>
          <a:bodyPr/>
          <a:lstStyle/>
          <a:p>
            <a:r>
              <a:rPr kumimoji="1" lang="ja-JP" altLang="en-US" dirty="0"/>
              <a:t>本発表のまとめ</a:t>
            </a:r>
          </a:p>
        </p:txBody>
      </p:sp>
      <p:sp>
        <p:nvSpPr>
          <p:cNvPr id="3" name="スライド番号プレースホルダー 2">
            <a:extLst>
              <a:ext uri="{FF2B5EF4-FFF2-40B4-BE49-F238E27FC236}">
                <a16:creationId xmlns:a16="http://schemas.microsoft.com/office/drawing/2014/main" id="{302C994F-6DE4-43EE-9A37-14473C01610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672B03-F2D0-4851-B792-39C5CEFB63BA}" type="slidenum">
              <a:rPr kumimoji="0" lang="ja-JP" altLang="en-US" sz="1200" b="0" i="0" u="none" strike="noStrike" kern="1200" cap="none" spc="0" normalizeH="0" baseline="0" noProof="0" smtClean="0">
                <a:ln>
                  <a:noFill/>
                </a:ln>
                <a:solidFill>
                  <a:prstClr val="black">
                    <a:lumMod val="75000"/>
                    <a:lumOff val="25000"/>
                  </a:prstClr>
                </a:solidFill>
                <a:effectLst/>
                <a:uLnTx/>
                <a:uFillTx/>
                <a:latin typeface="Meiryo UI"/>
                <a:ea typeface="Meiryo UI"/>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ja-JP" altLang="en-US" sz="1200" b="0" i="0" u="none" strike="noStrike" kern="1200" cap="none" spc="0" normalizeH="0" baseline="0" noProof="0" dirty="0">
              <a:ln>
                <a:noFill/>
              </a:ln>
              <a:solidFill>
                <a:prstClr val="black">
                  <a:lumMod val="75000"/>
                  <a:lumOff val="25000"/>
                </a:prstClr>
              </a:solidFill>
              <a:effectLst/>
              <a:uLnTx/>
              <a:uFillTx/>
              <a:latin typeface="Meiryo UI"/>
              <a:ea typeface="Meiryo UI"/>
              <a:cs typeface="+mn-cs"/>
            </a:endParaRPr>
          </a:p>
        </p:txBody>
      </p:sp>
      <p:sp>
        <p:nvSpPr>
          <p:cNvPr id="4" name="テキスト ボックス 3">
            <a:extLst>
              <a:ext uri="{FF2B5EF4-FFF2-40B4-BE49-F238E27FC236}">
                <a16:creationId xmlns:a16="http://schemas.microsoft.com/office/drawing/2014/main" id="{D85D36F1-1C88-41A4-A3DE-69021FA46B38}"/>
              </a:ext>
            </a:extLst>
          </p:cNvPr>
          <p:cNvSpPr txBox="1"/>
          <p:nvPr/>
        </p:nvSpPr>
        <p:spPr>
          <a:xfrm>
            <a:off x="141514" y="1137166"/>
            <a:ext cx="8850086" cy="2764104"/>
          </a:xfrm>
          <a:prstGeom prst="rect">
            <a:avLst/>
          </a:prstGeom>
          <a:noFill/>
          <a:ln w="28575">
            <a:solidFill>
              <a:srgbClr val="0432FF"/>
            </a:solidFill>
          </a:ln>
        </p:spPr>
        <p:txBody>
          <a:bodyPr wrap="square" lIns="72000" tIns="108000" rIns="72000" bIns="108000" rtlCol="0" anchor="ctr">
            <a:noAutofit/>
          </a:bodyPr>
          <a:lstStyle/>
          <a:p>
            <a:r>
              <a:rPr kumimoji="1" lang="ja-JP" altLang="en-US" sz="1400" dirty="0">
                <a:latin typeface="Meiryo UI" panose="020B0604030504040204" pitchFamily="50" charset="-128"/>
                <a:ea typeface="Meiryo UI" panose="020B0604030504040204" pitchFamily="50" charset="-128"/>
              </a:rPr>
              <a:t>✓政策研究領域における</a:t>
            </a:r>
            <a:r>
              <a:rPr kumimoji="1" lang="en-US" altLang="ja-JP" sz="1400" dirty="0">
                <a:latin typeface="Meiryo UI" panose="020B0604030504040204" pitchFamily="50" charset="-128"/>
                <a:ea typeface="Meiryo UI" panose="020B0604030504040204" pitchFamily="50" charset="-128"/>
              </a:rPr>
              <a:t>LLM</a:t>
            </a:r>
            <a:r>
              <a:rPr kumimoji="1" lang="ja-JP" altLang="en-US" sz="1400" dirty="0">
                <a:latin typeface="Meiryo UI" panose="020B0604030504040204" pitchFamily="50" charset="-128"/>
                <a:ea typeface="Meiryo UI" panose="020B0604030504040204" pitchFamily="50" charset="-128"/>
              </a:rPr>
              <a:t>の利用に向けた能力評価に関し、</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a:t>
            </a:r>
            <a:r>
              <a:rPr kumimoji="1" lang="en-US" altLang="ja-JP" sz="1400" dirty="0">
                <a:latin typeface="Meiryo UI" panose="020B0604030504040204" pitchFamily="50" charset="-128"/>
                <a:ea typeface="Meiryo UI" panose="020B0604030504040204" pitchFamily="50" charset="-128"/>
              </a:rPr>
              <a:t>LLM</a:t>
            </a:r>
            <a:r>
              <a:rPr kumimoji="1" lang="ja-JP" altLang="en-US" sz="1400" dirty="0">
                <a:latin typeface="Meiryo UI" panose="020B0604030504040204" pitchFamily="50" charset="-128"/>
                <a:ea typeface="Meiryo UI" panose="020B0604030504040204" pitchFamily="50" charset="-128"/>
              </a:rPr>
              <a:t>の技術的性質やこれまでの一般的な性能評価の状況にも照らし、</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ベンチマークテストの構築の必要性とその際の課題、</a:t>
            </a:r>
            <a:r>
              <a:rPr kumimoji="1" lang="en-US" altLang="ja-JP" sz="1400" dirty="0">
                <a:latin typeface="Meiryo UI" panose="020B0604030504040204" pitchFamily="50" charset="-128"/>
                <a:ea typeface="Meiryo UI" panose="020B0604030504040204" pitchFamily="50" charset="-128"/>
              </a:rPr>
              <a:t>IRT</a:t>
            </a:r>
            <a:r>
              <a:rPr kumimoji="1" lang="ja-JP" altLang="en-US" sz="1400" dirty="0">
                <a:latin typeface="Meiryo UI" panose="020B0604030504040204" pitchFamily="50" charset="-128"/>
                <a:ea typeface="Meiryo UI" panose="020B0604030504040204" pitchFamily="50" charset="-128"/>
              </a:rPr>
              <a:t>の援用が有効である可能性について指摘</a:t>
            </a:r>
            <a:endParaRPr kumimoji="1" lang="en-US" altLang="ja-JP" sz="1400" dirty="0">
              <a:latin typeface="Meiryo UI" panose="020B0604030504040204" pitchFamily="50" charset="-128"/>
              <a:ea typeface="Meiryo UI" panose="020B0604030504040204" pitchFamily="50" charset="-128"/>
            </a:endParaRPr>
          </a:p>
          <a:p>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a:t>
            </a:r>
            <a:r>
              <a:rPr kumimoji="1" lang="en-US" altLang="ja-JP" sz="1400" dirty="0">
                <a:latin typeface="Meiryo UI" panose="020B0604030504040204" pitchFamily="50" charset="-128"/>
                <a:ea typeface="Meiryo UI" panose="020B0604030504040204" pitchFamily="50" charset="-128"/>
              </a:rPr>
              <a:t>LLM</a:t>
            </a:r>
            <a:r>
              <a:rPr kumimoji="1" lang="ja-JP" altLang="en-US" sz="1400" dirty="0">
                <a:latin typeface="Meiryo UI" panose="020B0604030504040204" pitchFamily="50" charset="-128"/>
                <a:ea typeface="Meiryo UI" panose="020B0604030504040204" pitchFamily="50" charset="-128"/>
              </a:rPr>
              <a:t>の能力評価のために、</a:t>
            </a:r>
            <a:r>
              <a:rPr kumimoji="1" lang="en-US" altLang="ja-JP" sz="1400" dirty="0">
                <a:latin typeface="Meiryo UI" panose="020B0604030504040204" pitchFamily="50" charset="-128"/>
                <a:ea typeface="Meiryo UI" panose="020B0604030504040204" pitchFamily="50" charset="-128"/>
              </a:rPr>
              <a:t>Probability-Based IRT</a:t>
            </a:r>
            <a:r>
              <a:rPr kumimoji="1" lang="ja-JP" altLang="en-US" sz="1400" dirty="0">
                <a:latin typeface="Meiryo UI" panose="020B0604030504040204" pitchFamily="50" charset="-128"/>
                <a:ea typeface="Meiryo UI" panose="020B0604030504040204" pitchFamily="50" charset="-128"/>
              </a:rPr>
              <a:t>でのフレームワークを、そのシミュレーションの妥当性と共に提案した</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（当方の把握している範囲では、</a:t>
            </a:r>
            <a:r>
              <a:rPr kumimoji="1" lang="en-US" altLang="ja-JP" sz="1400" dirty="0">
                <a:latin typeface="Meiryo UI" panose="020B0604030504040204" pitchFamily="50" charset="-128"/>
                <a:ea typeface="Meiryo UI" panose="020B0604030504040204" pitchFamily="50" charset="-128"/>
              </a:rPr>
              <a:t>LLM</a:t>
            </a:r>
            <a:r>
              <a:rPr kumimoji="1" lang="ja-JP" altLang="en-US" sz="1400" dirty="0">
                <a:latin typeface="Meiryo UI" panose="020B0604030504040204" pitchFamily="50" charset="-128"/>
                <a:ea typeface="Meiryo UI" panose="020B0604030504040204" pitchFamily="50" charset="-128"/>
              </a:rPr>
              <a:t>の正答確率ベースでの</a:t>
            </a:r>
            <a:r>
              <a:rPr kumimoji="1" lang="en-US" altLang="ja-JP" sz="1400" dirty="0">
                <a:latin typeface="Meiryo UI" panose="020B0604030504040204" pitchFamily="50" charset="-128"/>
                <a:ea typeface="Meiryo UI" panose="020B0604030504040204" pitchFamily="50" charset="-128"/>
              </a:rPr>
              <a:t>IRT</a:t>
            </a:r>
            <a:r>
              <a:rPr kumimoji="1" lang="ja-JP" altLang="en-US" sz="1400" dirty="0">
                <a:latin typeface="Meiryo UI" panose="020B0604030504040204" pitchFamily="50" charset="-128"/>
                <a:ea typeface="Meiryo UI" panose="020B0604030504040204" pitchFamily="50" charset="-128"/>
              </a:rPr>
              <a:t>を検討し、少数サンプルでも統計的信頼性の高い分析</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が可能となることを実演した技術的研究自体、これが初と思われる）</a:t>
            </a:r>
            <a:endParaRPr kumimoji="1" lang="en-US" altLang="ja-JP" sz="1400" dirty="0">
              <a:latin typeface="Meiryo UI" panose="020B0604030504040204" pitchFamily="50" charset="-128"/>
              <a:ea typeface="Meiryo UI" panose="020B0604030504040204" pitchFamily="50" charset="-128"/>
            </a:endParaRPr>
          </a:p>
          <a:p>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博士課程進学関係の政策研究のクイズのプロトタイプ</a:t>
            </a:r>
            <a:r>
              <a:rPr kumimoji="1" lang="en-US" altLang="ja-JP" sz="1400" dirty="0">
                <a:latin typeface="Meiryo UI" panose="020B0604030504040204" pitchFamily="50" charset="-128"/>
                <a:ea typeface="Meiryo UI" panose="020B0604030504040204" pitchFamily="50" charset="-128"/>
              </a:rPr>
              <a:t>20</a:t>
            </a:r>
            <a:r>
              <a:rPr kumimoji="1" lang="ja-JP" altLang="en-US" sz="1400" dirty="0">
                <a:latin typeface="Meiryo UI" panose="020B0604030504040204" pitchFamily="50" charset="-128"/>
                <a:ea typeface="Meiryo UI" panose="020B0604030504040204" pitchFamily="50" charset="-128"/>
              </a:rPr>
              <a:t>問を作り、</a:t>
            </a:r>
            <a:r>
              <a:rPr kumimoji="1" lang="en-US" altLang="ja-JP" sz="1400" dirty="0">
                <a:latin typeface="Meiryo UI" panose="020B0604030504040204" pitchFamily="50" charset="-128"/>
                <a:ea typeface="Meiryo UI" panose="020B0604030504040204" pitchFamily="50" charset="-128"/>
              </a:rPr>
              <a:t>OpenAI</a:t>
            </a:r>
            <a:r>
              <a:rPr kumimoji="1" lang="ja-JP" altLang="en-US" sz="1400" dirty="0">
                <a:latin typeface="Meiryo UI" panose="020B0604030504040204" pitchFamily="50" charset="-128"/>
                <a:ea typeface="Meiryo UI" panose="020B0604030504040204" pitchFamily="50" charset="-128"/>
              </a:rPr>
              <a:t>製の</a:t>
            </a:r>
            <a:r>
              <a:rPr kumimoji="1" lang="en-US" altLang="ja-JP" sz="1400" dirty="0">
                <a:latin typeface="Meiryo UI" panose="020B0604030504040204" pitchFamily="50" charset="-128"/>
                <a:ea typeface="Meiryo UI" panose="020B0604030504040204" pitchFamily="50" charset="-128"/>
              </a:rPr>
              <a:t>LLM</a:t>
            </a:r>
            <a:r>
              <a:rPr kumimoji="1" lang="ja-JP" altLang="en-US" sz="1400" dirty="0">
                <a:latin typeface="Meiryo UI" panose="020B0604030504040204" pitchFamily="50" charset="-128"/>
                <a:ea typeface="Meiryo UI" panose="020B0604030504040204" pitchFamily="50" charset="-128"/>
              </a:rPr>
              <a:t>で思考実験し、</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モデルのスペックに概ね沿った結果が得られ、提案した政策研究の能力評価の手法は有効に機能することが</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期待される結果となった</a:t>
            </a:r>
            <a:endParaRPr kumimoji="1" lang="en-US" altLang="ja-JP" sz="1400" dirty="0">
              <a:latin typeface="Meiryo UI" panose="020B0604030504040204" pitchFamily="50" charset="-128"/>
              <a:ea typeface="Meiryo UI" panose="020B0604030504040204" pitchFamily="50" charset="-128"/>
            </a:endParaRPr>
          </a:p>
        </p:txBody>
      </p:sp>
      <p:sp>
        <p:nvSpPr>
          <p:cNvPr id="7" name="矢印: 五方向 6">
            <a:extLst>
              <a:ext uri="{FF2B5EF4-FFF2-40B4-BE49-F238E27FC236}">
                <a16:creationId xmlns:a16="http://schemas.microsoft.com/office/drawing/2014/main" id="{759E9315-C993-F9D3-84E0-A64FE2958066}"/>
              </a:ext>
            </a:extLst>
          </p:cNvPr>
          <p:cNvSpPr/>
          <p:nvPr/>
        </p:nvSpPr>
        <p:spPr>
          <a:xfrm>
            <a:off x="141514" y="974748"/>
            <a:ext cx="1785121" cy="324836"/>
          </a:xfrm>
          <a:prstGeom prst="homePlate">
            <a:avLst/>
          </a:prstGeom>
          <a:solidFill>
            <a:srgbClr val="0432FF"/>
          </a:solidFill>
          <a:ln>
            <a:solidFill>
              <a:srgbClr val="0432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t>本研究の成果</a:t>
            </a:r>
          </a:p>
        </p:txBody>
      </p:sp>
      <p:sp>
        <p:nvSpPr>
          <p:cNvPr id="15" name="テキスト ボックス 14">
            <a:extLst>
              <a:ext uri="{FF2B5EF4-FFF2-40B4-BE49-F238E27FC236}">
                <a16:creationId xmlns:a16="http://schemas.microsoft.com/office/drawing/2014/main" id="{6DA78730-B1C6-F81B-A9DF-F628D829E56F}"/>
              </a:ext>
            </a:extLst>
          </p:cNvPr>
          <p:cNvSpPr txBox="1"/>
          <p:nvPr/>
        </p:nvSpPr>
        <p:spPr>
          <a:xfrm>
            <a:off x="152400" y="4361503"/>
            <a:ext cx="8850086" cy="1713137"/>
          </a:xfrm>
          <a:prstGeom prst="rect">
            <a:avLst/>
          </a:prstGeom>
          <a:noFill/>
          <a:ln w="28575">
            <a:solidFill>
              <a:srgbClr val="FF0000"/>
            </a:solidFill>
          </a:ln>
        </p:spPr>
        <p:txBody>
          <a:bodyPr wrap="square" lIns="72000" tIns="108000" rIns="72000" bIns="108000" rtlCol="0" anchor="ctr">
            <a:noAutofit/>
          </a:bodyPr>
          <a:lstStyle/>
          <a:p>
            <a:r>
              <a:rPr kumimoji="1" lang="ja-JP" altLang="en-US" sz="1400" dirty="0">
                <a:latin typeface="Meiryo UI" panose="020B0604030504040204" pitchFamily="50" charset="-128"/>
                <a:ea typeface="Meiryo UI" panose="020B0604030504040204" pitchFamily="50" charset="-128"/>
              </a:rPr>
              <a:t>✓ 実験対象となる</a:t>
            </a:r>
            <a:r>
              <a:rPr kumimoji="1" lang="en-US" altLang="ja-JP" sz="1400" dirty="0">
                <a:latin typeface="Meiryo UI" panose="020B0604030504040204" pitchFamily="50" charset="-128"/>
                <a:ea typeface="Meiryo UI" panose="020B0604030504040204" pitchFamily="50" charset="-128"/>
              </a:rPr>
              <a:t>LLM</a:t>
            </a:r>
            <a:r>
              <a:rPr kumimoji="1" lang="ja-JP" altLang="en-US" sz="1400" dirty="0">
                <a:latin typeface="Meiryo UI" panose="020B0604030504040204" pitchFamily="50" charset="-128"/>
                <a:ea typeface="Meiryo UI" panose="020B0604030504040204" pitchFamily="50" charset="-128"/>
              </a:rPr>
              <a:t>数を増やす（</a:t>
            </a:r>
            <a:r>
              <a:rPr kumimoji="1" lang="en-US" altLang="ja-JP" sz="1400" dirty="0" err="1">
                <a:latin typeface="Meiryo UI" panose="020B0604030504040204" pitchFamily="50" charset="-128"/>
                <a:ea typeface="Meiryo UI" panose="020B0604030504040204" pitchFamily="50" charset="-128"/>
              </a:rPr>
              <a:t>gemini</a:t>
            </a:r>
            <a:r>
              <a:rPr kumimoji="1" lang="en-US" altLang="ja-JP"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 </a:t>
            </a:r>
            <a:r>
              <a:rPr kumimoji="1" lang="en-US" altLang="ja-JP" sz="1400" dirty="0">
                <a:latin typeface="Meiryo UI" panose="020B0604030504040204" pitchFamily="50" charset="-128"/>
                <a:ea typeface="Meiryo UI" panose="020B0604030504040204" pitchFamily="50" charset="-128"/>
              </a:rPr>
              <a:t>llama, NII</a:t>
            </a:r>
            <a:r>
              <a:rPr kumimoji="1" lang="ja-JP" altLang="en-US" sz="1400" dirty="0">
                <a:latin typeface="Meiryo UI" panose="020B0604030504040204" pitchFamily="50" charset="-128"/>
                <a:ea typeface="Meiryo UI" panose="020B0604030504040204" pitchFamily="50" charset="-128"/>
              </a:rPr>
              <a:t>の日本語特化</a:t>
            </a:r>
            <a:r>
              <a:rPr kumimoji="1" lang="en-US" altLang="ja-JP" sz="1400" dirty="0">
                <a:latin typeface="Meiryo UI" panose="020B0604030504040204" pitchFamily="50" charset="-128"/>
                <a:ea typeface="Meiryo UI" panose="020B0604030504040204" pitchFamily="50" charset="-128"/>
              </a:rPr>
              <a:t>LLM</a:t>
            </a:r>
            <a:r>
              <a:rPr kumimoji="1" lang="ja-JP" altLang="en-US" sz="1400" dirty="0">
                <a:latin typeface="Meiryo UI" panose="020B0604030504040204" pitchFamily="50" charset="-128"/>
                <a:ea typeface="Meiryo UI" panose="020B0604030504040204" pitchFamily="50" charset="-128"/>
              </a:rPr>
              <a:t>）</a:t>
            </a:r>
            <a:r>
              <a:rPr kumimoji="1" lang="ja-JP" altLang="en-US" sz="1400" b="1" dirty="0">
                <a:solidFill>
                  <a:srgbClr val="FF0000"/>
                </a:solidFill>
                <a:latin typeface="Meiryo UI" panose="020B0604030504040204" pitchFamily="50" charset="-128"/>
                <a:ea typeface="Meiryo UI" panose="020B0604030504040204" pitchFamily="50" charset="-128"/>
              </a:rPr>
              <a:t>➡ サンプルサイズの拡大</a:t>
            </a:r>
            <a:endParaRPr kumimoji="1" lang="en-US" altLang="ja-JP" sz="1400" b="1" dirty="0">
              <a:solidFill>
                <a:srgbClr val="FF0000"/>
              </a:solidFill>
              <a:latin typeface="Meiryo UI" panose="020B0604030504040204" pitchFamily="50" charset="-128"/>
              <a:ea typeface="Meiryo UI" panose="020B0604030504040204" pitchFamily="50" charset="-128"/>
            </a:endParaRPr>
          </a:p>
          <a:p>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問題数を増やす </a:t>
            </a:r>
            <a:r>
              <a:rPr kumimoji="1" lang="ja-JP" altLang="en-US" sz="1400" b="1" dirty="0">
                <a:solidFill>
                  <a:srgbClr val="FF0000"/>
                </a:solidFill>
                <a:latin typeface="Meiryo UI" panose="020B0604030504040204" pitchFamily="50" charset="-128"/>
                <a:ea typeface="Meiryo UI" panose="020B0604030504040204" pitchFamily="50" charset="-128"/>
              </a:rPr>
              <a:t>➡ 能力評価の精度、測定する領域範囲の網羅性の向上</a:t>
            </a:r>
            <a:endParaRPr kumimoji="1" lang="en-US" altLang="ja-JP" sz="1400" b="1" dirty="0">
              <a:solidFill>
                <a:srgbClr val="FF0000"/>
              </a:solidFill>
              <a:latin typeface="Meiryo UI" panose="020B0604030504040204" pitchFamily="50" charset="-128"/>
              <a:ea typeface="Meiryo UI" panose="020B0604030504040204" pitchFamily="50" charset="-128"/>
            </a:endParaRPr>
          </a:p>
          <a:p>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できることなら、行政官や政策研究のドメイン専門家等にも解いてもらって、</a:t>
            </a:r>
            <a:r>
              <a:rPr kumimoji="1" lang="en-US" altLang="ja-JP" sz="1400" dirty="0">
                <a:latin typeface="Meiryo UI" panose="020B0604030504040204" pitchFamily="50" charset="-128"/>
                <a:ea typeface="Meiryo UI" panose="020B0604030504040204" pitchFamily="50" charset="-128"/>
              </a:rPr>
              <a:t>IRT</a:t>
            </a:r>
            <a:r>
              <a:rPr kumimoji="1" lang="ja-JP" altLang="en-US" sz="1400" dirty="0">
                <a:latin typeface="Meiryo UI" panose="020B0604030504040204" pitchFamily="50" charset="-128"/>
                <a:ea typeface="Meiryo UI" panose="020B0604030504040204" pitchFamily="50" charset="-128"/>
              </a:rPr>
              <a:t>分析する</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　　</a:t>
            </a:r>
            <a:r>
              <a:rPr kumimoji="1" lang="ja-JP" altLang="en-US" sz="1400" b="1" dirty="0">
                <a:solidFill>
                  <a:srgbClr val="FF0000"/>
                </a:solidFill>
                <a:latin typeface="Meiryo UI" panose="020B0604030504040204" pitchFamily="50" charset="-128"/>
                <a:ea typeface="Meiryo UI" panose="020B0604030504040204" pitchFamily="50" charset="-128"/>
              </a:rPr>
              <a:t>➡　これができれば、人基準で</a:t>
            </a:r>
            <a:r>
              <a:rPr kumimoji="1" lang="en-US" altLang="ja-JP" sz="1400" b="1" dirty="0">
                <a:solidFill>
                  <a:srgbClr val="FF0000"/>
                </a:solidFill>
                <a:latin typeface="Meiryo UI" panose="020B0604030504040204" pitchFamily="50" charset="-128"/>
                <a:ea typeface="Meiryo UI" panose="020B0604030504040204" pitchFamily="50" charset="-128"/>
              </a:rPr>
              <a:t>LLM</a:t>
            </a:r>
            <a:r>
              <a:rPr kumimoji="1" lang="ja-JP" altLang="en-US" sz="1400" b="1" dirty="0">
                <a:solidFill>
                  <a:srgbClr val="FF0000"/>
                </a:solidFill>
                <a:latin typeface="Meiryo UI" panose="020B0604030504040204" pitchFamily="50" charset="-128"/>
                <a:ea typeface="Meiryo UI" panose="020B0604030504040204" pitchFamily="50" charset="-128"/>
              </a:rPr>
              <a:t>がどこまで成長すべきか、という議論にも繋がる可能性</a:t>
            </a:r>
            <a:endParaRPr kumimoji="1" lang="en-US" altLang="ja-JP" sz="1400" b="1" dirty="0">
              <a:solidFill>
                <a:srgbClr val="FF0000"/>
              </a:solidFill>
              <a:latin typeface="Meiryo UI" panose="020B0604030504040204" pitchFamily="50" charset="-128"/>
              <a:ea typeface="Meiryo UI" panose="020B0604030504040204" pitchFamily="50" charset="-128"/>
            </a:endParaRPr>
          </a:p>
        </p:txBody>
      </p:sp>
      <p:sp>
        <p:nvSpPr>
          <p:cNvPr id="10" name="矢印: 五方向 9">
            <a:extLst>
              <a:ext uri="{FF2B5EF4-FFF2-40B4-BE49-F238E27FC236}">
                <a16:creationId xmlns:a16="http://schemas.microsoft.com/office/drawing/2014/main" id="{CCE66431-A597-DA34-F95E-0FE27C414CCD}"/>
              </a:ext>
            </a:extLst>
          </p:cNvPr>
          <p:cNvSpPr/>
          <p:nvPr/>
        </p:nvSpPr>
        <p:spPr>
          <a:xfrm>
            <a:off x="152400" y="4199085"/>
            <a:ext cx="2074561" cy="324836"/>
          </a:xfrm>
          <a:prstGeom prst="homePlat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t>留意点・今後の展望</a:t>
            </a:r>
          </a:p>
        </p:txBody>
      </p:sp>
    </p:spTree>
    <p:extLst>
      <p:ext uri="{BB962C8B-B14F-4D97-AF65-F5344CB8AC3E}">
        <p14:creationId xmlns:p14="http://schemas.microsoft.com/office/powerpoint/2010/main" val="985664604"/>
      </p:ext>
    </p:extLst>
  </p:cSld>
  <p:clrMapOvr>
    <a:masterClrMapping/>
  </p:clrMapOvr>
</p:sld>
</file>

<file path=ppt/theme/theme1.xml><?xml version="1.0" encoding="utf-8"?>
<a:theme xmlns:a="http://schemas.openxmlformats.org/drawingml/2006/main" name="1_NISTEP_CodeBlu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eiryo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marL="342900" indent="-342900" algn="l">
          <a:lnSpc>
            <a:spcPts val="2900"/>
          </a:lnSpc>
          <a:buFont typeface="Wingdings" pitchFamily="2" charset="2"/>
          <a:buChar char="p"/>
          <a:defRPr kumimoji="1" sz="2000" b="1" dirty="0" smtClean="0">
            <a:solidFill>
              <a:schemeClr val="tx1">
                <a:lumMod val="75000"/>
                <a:lumOff val="25000"/>
              </a:schemeClr>
            </a:solidFill>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17058</TotalTime>
  <Words>3656</Words>
  <Application>Microsoft Office PowerPoint</Application>
  <PresentationFormat>画面に合わせる (4:3)</PresentationFormat>
  <Paragraphs>388</Paragraphs>
  <Slides>14</Slides>
  <Notes>2</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14</vt:i4>
      </vt:variant>
    </vt:vector>
  </HeadingPairs>
  <TitlesOfParts>
    <vt:vector size="22" baseType="lpstr">
      <vt:lpstr>Meiryo UI</vt:lpstr>
      <vt:lpstr>游ゴシック</vt:lpstr>
      <vt:lpstr>Aptos</vt:lpstr>
      <vt:lpstr>Cambria Math</vt:lpstr>
      <vt:lpstr>Century</vt:lpstr>
      <vt:lpstr>Times New Roman</vt:lpstr>
      <vt:lpstr>Wingdings</vt:lpstr>
      <vt:lpstr>1_NISTEP_CodeBlue</vt:lpstr>
      <vt:lpstr>LLMの政策研究への応用に向けた 性能評価の構想</vt:lpstr>
      <vt:lpstr>背景: 領域知識に基づく因果グラフ構築のための 大規模言語モデル（LLM）の活用</vt:lpstr>
      <vt:lpstr>本研究の目的・概要</vt:lpstr>
      <vt:lpstr>LLMの出力原理と現実的な評価方法の考え方</vt:lpstr>
      <vt:lpstr>日本の政策研究ドメインでのベンチマークテストの問題点</vt:lpstr>
      <vt:lpstr>LLMの援用に対するドメイン専門家の確認エフォートの在り方の検討の方向性（案）</vt:lpstr>
      <vt:lpstr>項目反応理論（Item Response Theory）の援用の検討</vt:lpstr>
      <vt:lpstr>今回新たに開発した確率データ列ベースでのIRT分析アルゴリズム</vt:lpstr>
      <vt:lpstr>新しいIRTアルゴリズムの性能評価の概要</vt:lpstr>
      <vt:lpstr>政策研究関係のクイズでの試行実験の概要</vt:lpstr>
      <vt:lpstr>政策研究関係のクイズでの結果概要① - 能力推定値</vt:lpstr>
      <vt:lpstr>政策研究関係のクイズでの結果概要②  - 特徴的な結果が見られた問題例</vt:lpstr>
      <vt:lpstr>政策研究関係のクイズでの結果概要②  - 特徴的な結果が見られた問題例</vt:lpstr>
      <vt:lpstr>本発表のまとめ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2025年の大学本務教員の 年齢別人数の予測シミュレーション</dc:title>
  <dc:creator>高山 正行</dc:creator>
  <cp:lastModifiedBy>正行 高山</cp:lastModifiedBy>
  <cp:revision>763</cp:revision>
  <cp:lastPrinted>2025-10-12T09:41:18Z</cp:lastPrinted>
  <dcterms:created xsi:type="dcterms:W3CDTF">2020-08-22T08:29:43Z</dcterms:created>
  <dcterms:modified xsi:type="dcterms:W3CDTF">2025-11-01T09:16:57Z</dcterms:modified>
</cp:coreProperties>
</file>